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9" r:id="rId4"/>
    <p:sldId id="257" r:id="rId5"/>
    <p:sldId id="261" r:id="rId6"/>
    <p:sldId id="258" r:id="rId7"/>
    <p:sldId id="264" r:id="rId8"/>
    <p:sldId id="263" r:id="rId9"/>
    <p:sldId id="265" r:id="rId10"/>
    <p:sldId id="266" r:id="rId11"/>
    <p:sldId id="267" r:id="rId12"/>
    <p:sldId id="269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73BA02-1694-4AE9-811B-066EBC169C98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D947087-BAC9-4172-8167-39E8982E75E8}">
      <dgm:prSet/>
      <dgm:spPr/>
      <dgm:t>
        <a:bodyPr/>
        <a:lstStyle/>
        <a:p>
          <a:r>
            <a:rPr lang="cs-CZ" noProof="0" dirty="0"/>
            <a:t>Cíl</a:t>
          </a:r>
        </a:p>
      </dgm:t>
    </dgm:pt>
    <dgm:pt modelId="{0E587571-E1B7-4666-A676-10FE87FD3164}" type="parTrans" cxnId="{920F394B-E62C-4971-8D80-6B9435B5E44F}">
      <dgm:prSet/>
      <dgm:spPr/>
      <dgm:t>
        <a:bodyPr/>
        <a:lstStyle/>
        <a:p>
          <a:endParaRPr lang="en-GB"/>
        </a:p>
      </dgm:t>
    </dgm:pt>
    <dgm:pt modelId="{87B31B26-C31A-4B91-AAE5-331694C3152E}" type="sibTrans" cxnId="{920F394B-E62C-4971-8D80-6B9435B5E44F}">
      <dgm:prSet/>
      <dgm:spPr/>
      <dgm:t>
        <a:bodyPr/>
        <a:lstStyle/>
        <a:p>
          <a:endParaRPr lang="en-GB"/>
        </a:p>
      </dgm:t>
    </dgm:pt>
    <dgm:pt modelId="{B0C34031-FAE5-4DCA-AF25-A887DE15103D}">
      <dgm:prSet/>
      <dgm:spPr/>
      <dgm:t>
        <a:bodyPr/>
        <a:lstStyle/>
        <a:p>
          <a:r>
            <a:rPr lang="cs-CZ" b="1" noProof="0" dirty="0"/>
            <a:t>porovnat</a:t>
          </a:r>
          <a:r>
            <a:rPr lang="cs-CZ" noProof="0" dirty="0"/>
            <a:t> vývoj cen nemovitostí (</a:t>
          </a:r>
          <a:r>
            <a:rPr lang="cs-CZ" b="1" noProof="0" dirty="0"/>
            <a:t>Case-</a:t>
          </a:r>
          <a:r>
            <a:rPr lang="cs-CZ" b="1" noProof="0" dirty="0" err="1"/>
            <a:t>Shiller</a:t>
          </a:r>
          <a:r>
            <a:rPr lang="cs-CZ" b="1" noProof="0" dirty="0"/>
            <a:t> Index</a:t>
          </a:r>
          <a:r>
            <a:rPr lang="cs-CZ" noProof="0" dirty="0"/>
            <a:t>) s dalšími ekonomickými ukazateli </a:t>
          </a:r>
        </a:p>
      </dgm:t>
    </dgm:pt>
    <dgm:pt modelId="{E02AD3E9-7DB3-486B-9D16-7B6ECA032C7D}" type="parTrans" cxnId="{83358844-D667-40F9-9F38-8222668B2BED}">
      <dgm:prSet/>
      <dgm:spPr/>
      <dgm:t>
        <a:bodyPr/>
        <a:lstStyle/>
        <a:p>
          <a:endParaRPr lang="en-GB"/>
        </a:p>
      </dgm:t>
    </dgm:pt>
    <dgm:pt modelId="{D00554F0-10BC-4C44-804D-EB3F3C528B6E}" type="sibTrans" cxnId="{83358844-D667-40F9-9F38-8222668B2BED}">
      <dgm:prSet/>
      <dgm:spPr/>
      <dgm:t>
        <a:bodyPr/>
        <a:lstStyle/>
        <a:p>
          <a:endParaRPr lang="en-GB"/>
        </a:p>
      </dgm:t>
    </dgm:pt>
    <dgm:pt modelId="{0F8CC352-9175-4CC7-AB02-ECF7D921F061}">
      <dgm:prSet/>
      <dgm:spPr/>
      <dgm:t>
        <a:bodyPr/>
        <a:lstStyle/>
        <a:p>
          <a:r>
            <a:rPr lang="cs-CZ" noProof="0" dirty="0"/>
            <a:t>Zaměření </a:t>
          </a:r>
        </a:p>
      </dgm:t>
    </dgm:pt>
    <dgm:pt modelId="{39B731F4-70F1-4C07-A571-07029C5CA062}" type="parTrans" cxnId="{BFDEE4A6-C8EB-4776-B386-0C05F00E760A}">
      <dgm:prSet/>
      <dgm:spPr/>
      <dgm:t>
        <a:bodyPr/>
        <a:lstStyle/>
        <a:p>
          <a:endParaRPr lang="en-GB"/>
        </a:p>
      </dgm:t>
    </dgm:pt>
    <dgm:pt modelId="{B64DBE5F-CE0C-4635-8210-CE385E6CA542}" type="sibTrans" cxnId="{BFDEE4A6-C8EB-4776-B386-0C05F00E760A}">
      <dgm:prSet/>
      <dgm:spPr/>
      <dgm:t>
        <a:bodyPr/>
        <a:lstStyle/>
        <a:p>
          <a:endParaRPr lang="en-GB"/>
        </a:p>
      </dgm:t>
    </dgm:pt>
    <dgm:pt modelId="{97BE84D2-BE37-4919-ACA0-A37DC99BCB84}">
      <dgm:prSet/>
      <dgm:spPr/>
      <dgm:t>
        <a:bodyPr/>
        <a:lstStyle/>
        <a:p>
          <a:r>
            <a:rPr lang="cs-CZ" noProof="0" dirty="0"/>
            <a:t>identifikace dlouhodobých </a:t>
          </a:r>
          <a:r>
            <a:rPr lang="cs-CZ" b="1" noProof="0" dirty="0"/>
            <a:t>trendů</a:t>
          </a:r>
          <a:r>
            <a:rPr lang="cs-CZ" noProof="0" dirty="0"/>
            <a:t> v reálných cenách domů</a:t>
          </a:r>
        </a:p>
      </dgm:t>
    </dgm:pt>
    <dgm:pt modelId="{DADCA3C2-1EF5-40F2-8BA0-5A465A9A6877}" type="parTrans" cxnId="{5A5A3BD6-55E8-4A17-BB14-3CB330EFACD5}">
      <dgm:prSet/>
      <dgm:spPr/>
      <dgm:t>
        <a:bodyPr/>
        <a:lstStyle/>
        <a:p>
          <a:endParaRPr lang="en-GB"/>
        </a:p>
      </dgm:t>
    </dgm:pt>
    <dgm:pt modelId="{99E33671-24A1-4B2A-A0CA-7FBDF8A37315}" type="sibTrans" cxnId="{5A5A3BD6-55E8-4A17-BB14-3CB330EFACD5}">
      <dgm:prSet/>
      <dgm:spPr/>
      <dgm:t>
        <a:bodyPr/>
        <a:lstStyle/>
        <a:p>
          <a:endParaRPr lang="en-GB"/>
        </a:p>
      </dgm:t>
    </dgm:pt>
    <dgm:pt modelId="{13C3B0F7-1434-4E34-9887-09562944FDBB}">
      <dgm:prSet/>
      <dgm:spPr/>
      <dgm:t>
        <a:bodyPr/>
        <a:lstStyle/>
        <a:p>
          <a:r>
            <a:rPr lang="cs-CZ" b="1" noProof="0" dirty="0"/>
            <a:t>vztah</a:t>
          </a:r>
          <a:r>
            <a:rPr lang="cs-CZ" noProof="0" dirty="0"/>
            <a:t> mezi cenami nemovitostí a čistým bohatstvím domácností</a:t>
          </a:r>
        </a:p>
      </dgm:t>
    </dgm:pt>
    <dgm:pt modelId="{3ACD45A0-1B23-4BBC-B658-18D09B85F53A}" type="parTrans" cxnId="{51D2F803-E452-41C2-B3D9-0DB9C7B1DEFE}">
      <dgm:prSet/>
      <dgm:spPr/>
      <dgm:t>
        <a:bodyPr/>
        <a:lstStyle/>
        <a:p>
          <a:endParaRPr lang="en-GB"/>
        </a:p>
      </dgm:t>
    </dgm:pt>
    <dgm:pt modelId="{715319AB-A9FF-435E-8950-354CC781E10A}" type="sibTrans" cxnId="{51D2F803-E452-41C2-B3D9-0DB9C7B1DEFE}">
      <dgm:prSet/>
      <dgm:spPr/>
      <dgm:t>
        <a:bodyPr/>
        <a:lstStyle/>
        <a:p>
          <a:endParaRPr lang="en-GB"/>
        </a:p>
      </dgm:t>
    </dgm:pt>
    <dgm:pt modelId="{7EF3D389-807C-4922-A1B6-2D88E16DF8A4}">
      <dgm:prSet/>
      <dgm:spPr/>
      <dgm:t>
        <a:bodyPr/>
        <a:lstStyle/>
        <a:p>
          <a:r>
            <a:rPr lang="cs-CZ" noProof="0" dirty="0"/>
            <a:t>dopad </a:t>
          </a:r>
          <a:r>
            <a:rPr lang="cs-CZ" b="1" noProof="0" dirty="0"/>
            <a:t>makroekonomických</a:t>
          </a:r>
          <a:r>
            <a:rPr lang="cs-CZ" noProof="0" dirty="0"/>
            <a:t> </a:t>
          </a:r>
          <a:r>
            <a:rPr lang="cs-CZ" b="1" noProof="0" dirty="0"/>
            <a:t>faktorů</a:t>
          </a:r>
          <a:r>
            <a:rPr lang="cs-CZ" noProof="0" dirty="0"/>
            <a:t> (úrokové sazby, inflace, demografie)</a:t>
          </a:r>
        </a:p>
      </dgm:t>
    </dgm:pt>
    <dgm:pt modelId="{7A7D9CD9-3B4E-4FA5-9C67-8B43D7767B38}" type="parTrans" cxnId="{6522D38A-04DC-4E09-ABBC-81BAD4825CA8}">
      <dgm:prSet/>
      <dgm:spPr/>
      <dgm:t>
        <a:bodyPr/>
        <a:lstStyle/>
        <a:p>
          <a:endParaRPr lang="en-GB"/>
        </a:p>
      </dgm:t>
    </dgm:pt>
    <dgm:pt modelId="{4B79277C-36B5-46B3-8D95-2E96D5EFB821}" type="sibTrans" cxnId="{6522D38A-04DC-4E09-ABBC-81BAD4825CA8}">
      <dgm:prSet/>
      <dgm:spPr/>
      <dgm:t>
        <a:bodyPr/>
        <a:lstStyle/>
        <a:p>
          <a:endParaRPr lang="en-GB"/>
        </a:p>
      </dgm:t>
    </dgm:pt>
    <dgm:pt modelId="{AAAF1186-611D-498B-91E4-E174B832344F}">
      <dgm:prSet/>
      <dgm:spPr/>
      <dgm:t>
        <a:bodyPr/>
        <a:lstStyle/>
        <a:p>
          <a:r>
            <a:rPr lang="cs-CZ" noProof="0" dirty="0"/>
            <a:t>Výstup</a:t>
          </a:r>
        </a:p>
      </dgm:t>
    </dgm:pt>
    <dgm:pt modelId="{A68D9694-86C3-4A32-97DF-42D9E52173D7}" type="parTrans" cxnId="{3F754C13-0738-4AE1-91B0-15E452BB6430}">
      <dgm:prSet/>
      <dgm:spPr/>
      <dgm:t>
        <a:bodyPr/>
        <a:lstStyle/>
        <a:p>
          <a:endParaRPr lang="en-GB"/>
        </a:p>
      </dgm:t>
    </dgm:pt>
    <dgm:pt modelId="{20415DDA-2484-42B2-A5B4-8EA8903FCEE4}" type="sibTrans" cxnId="{3F754C13-0738-4AE1-91B0-15E452BB6430}">
      <dgm:prSet/>
      <dgm:spPr/>
      <dgm:t>
        <a:bodyPr/>
        <a:lstStyle/>
        <a:p>
          <a:endParaRPr lang="en-GB"/>
        </a:p>
      </dgm:t>
    </dgm:pt>
    <dgm:pt modelId="{7F9A6F29-6EEF-4B35-A64D-5FBF79DDB661}">
      <dgm:prSet/>
      <dgm:spPr/>
      <dgm:t>
        <a:bodyPr/>
        <a:lstStyle/>
        <a:p>
          <a:r>
            <a:rPr lang="cs-CZ" b="1" noProof="0" dirty="0"/>
            <a:t>grafická analýza + interpretace </a:t>
          </a:r>
          <a:r>
            <a:rPr lang="cs-CZ" noProof="0" dirty="0"/>
            <a:t>hlavních příčin růstu/poklesu cen</a:t>
          </a:r>
        </a:p>
      </dgm:t>
    </dgm:pt>
    <dgm:pt modelId="{E5FC0904-0186-425B-9391-DD1E4324FF99}" type="parTrans" cxnId="{6CDCA9E7-B5BB-4C45-A39C-388536A3F80A}">
      <dgm:prSet/>
      <dgm:spPr/>
      <dgm:t>
        <a:bodyPr/>
        <a:lstStyle/>
        <a:p>
          <a:endParaRPr lang="en-GB"/>
        </a:p>
      </dgm:t>
    </dgm:pt>
    <dgm:pt modelId="{3223CC61-287D-4466-A658-EE11BFE57A55}" type="sibTrans" cxnId="{6CDCA9E7-B5BB-4C45-A39C-388536A3F80A}">
      <dgm:prSet/>
      <dgm:spPr/>
      <dgm:t>
        <a:bodyPr/>
        <a:lstStyle/>
        <a:p>
          <a:endParaRPr lang="en-GB"/>
        </a:p>
      </dgm:t>
    </dgm:pt>
    <dgm:pt modelId="{22F7E8A0-6E67-4A9B-A8BF-8DDB6074208C}" type="pres">
      <dgm:prSet presAssocID="{AD73BA02-1694-4AE9-811B-066EBC169C98}" presName="linearFlow" presStyleCnt="0">
        <dgm:presLayoutVars>
          <dgm:dir/>
          <dgm:animLvl val="lvl"/>
          <dgm:resizeHandles val="exact"/>
        </dgm:presLayoutVars>
      </dgm:prSet>
      <dgm:spPr/>
    </dgm:pt>
    <dgm:pt modelId="{CE23A436-CC07-4342-A801-8D8E1DF0CC25}" type="pres">
      <dgm:prSet presAssocID="{DD947087-BAC9-4172-8167-39E8982E75E8}" presName="composite" presStyleCnt="0"/>
      <dgm:spPr/>
    </dgm:pt>
    <dgm:pt modelId="{8A87FC79-5399-4931-AF70-CAB569DEF40B}" type="pres">
      <dgm:prSet presAssocID="{DD947087-BAC9-4172-8167-39E8982E75E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A695F39-05C4-4B85-AF6B-5583C40470F1}" type="pres">
      <dgm:prSet presAssocID="{DD947087-BAC9-4172-8167-39E8982E75E8}" presName="descendantText" presStyleLbl="alignAcc1" presStyleIdx="0" presStyleCnt="3">
        <dgm:presLayoutVars>
          <dgm:bulletEnabled val="1"/>
        </dgm:presLayoutVars>
      </dgm:prSet>
      <dgm:spPr/>
    </dgm:pt>
    <dgm:pt modelId="{A5192763-D1EA-45EA-8950-5961B5D1F2AC}" type="pres">
      <dgm:prSet presAssocID="{87B31B26-C31A-4B91-AAE5-331694C3152E}" presName="sp" presStyleCnt="0"/>
      <dgm:spPr/>
    </dgm:pt>
    <dgm:pt modelId="{800E8917-86C7-4ACA-A597-E2346BF9810B}" type="pres">
      <dgm:prSet presAssocID="{0F8CC352-9175-4CC7-AB02-ECF7D921F061}" presName="composite" presStyleCnt="0"/>
      <dgm:spPr/>
    </dgm:pt>
    <dgm:pt modelId="{780C8199-49E6-4E0A-BA1A-42ED952F8231}" type="pres">
      <dgm:prSet presAssocID="{0F8CC352-9175-4CC7-AB02-ECF7D921F061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F8218D8E-C16D-4E5B-A89F-DF2E8ABEB105}" type="pres">
      <dgm:prSet presAssocID="{0F8CC352-9175-4CC7-AB02-ECF7D921F061}" presName="descendantText" presStyleLbl="alignAcc1" presStyleIdx="1" presStyleCnt="3">
        <dgm:presLayoutVars>
          <dgm:bulletEnabled val="1"/>
        </dgm:presLayoutVars>
      </dgm:prSet>
      <dgm:spPr/>
    </dgm:pt>
    <dgm:pt modelId="{FAA41F06-BC55-451B-8B7F-8CDAF8A96085}" type="pres">
      <dgm:prSet presAssocID="{B64DBE5F-CE0C-4635-8210-CE385E6CA542}" presName="sp" presStyleCnt="0"/>
      <dgm:spPr/>
    </dgm:pt>
    <dgm:pt modelId="{DB5BF5C5-8BF5-406D-A8A7-19A87FF6EFAF}" type="pres">
      <dgm:prSet presAssocID="{AAAF1186-611D-498B-91E4-E174B832344F}" presName="composite" presStyleCnt="0"/>
      <dgm:spPr/>
    </dgm:pt>
    <dgm:pt modelId="{0C0D8EFC-3F20-4DB4-AAE7-A6DA3D3B7D10}" type="pres">
      <dgm:prSet presAssocID="{AAAF1186-611D-498B-91E4-E174B832344F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C49C97F2-4FAA-4163-B4BA-BDBB4A97597B}" type="pres">
      <dgm:prSet presAssocID="{AAAF1186-611D-498B-91E4-E174B832344F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1D2F803-E452-41C2-B3D9-0DB9C7B1DEFE}" srcId="{0F8CC352-9175-4CC7-AB02-ECF7D921F061}" destId="{13C3B0F7-1434-4E34-9887-09562944FDBB}" srcOrd="1" destOrd="0" parTransId="{3ACD45A0-1B23-4BBC-B658-18D09B85F53A}" sibTransId="{715319AB-A9FF-435E-8950-354CC781E10A}"/>
    <dgm:cxn modelId="{3F754C13-0738-4AE1-91B0-15E452BB6430}" srcId="{AD73BA02-1694-4AE9-811B-066EBC169C98}" destId="{AAAF1186-611D-498B-91E4-E174B832344F}" srcOrd="2" destOrd="0" parTransId="{A68D9694-86C3-4A32-97DF-42D9E52173D7}" sibTransId="{20415DDA-2484-42B2-A5B4-8EA8903FCEE4}"/>
    <dgm:cxn modelId="{846FF739-02C7-4245-AE55-C5B6529172C8}" type="presOf" srcId="{DD947087-BAC9-4172-8167-39E8982E75E8}" destId="{8A87FC79-5399-4931-AF70-CAB569DEF40B}" srcOrd="0" destOrd="0" presId="urn:microsoft.com/office/officeart/2005/8/layout/chevron2"/>
    <dgm:cxn modelId="{83358844-D667-40F9-9F38-8222668B2BED}" srcId="{DD947087-BAC9-4172-8167-39E8982E75E8}" destId="{B0C34031-FAE5-4DCA-AF25-A887DE15103D}" srcOrd="0" destOrd="0" parTransId="{E02AD3E9-7DB3-486B-9D16-7B6ECA032C7D}" sibTransId="{D00554F0-10BC-4C44-804D-EB3F3C528B6E}"/>
    <dgm:cxn modelId="{9B2A5A49-3510-4D7A-BD92-E664FEEAF66D}" type="presOf" srcId="{AD73BA02-1694-4AE9-811B-066EBC169C98}" destId="{22F7E8A0-6E67-4A9B-A8BF-8DDB6074208C}" srcOrd="0" destOrd="0" presId="urn:microsoft.com/office/officeart/2005/8/layout/chevron2"/>
    <dgm:cxn modelId="{920F394B-E62C-4971-8D80-6B9435B5E44F}" srcId="{AD73BA02-1694-4AE9-811B-066EBC169C98}" destId="{DD947087-BAC9-4172-8167-39E8982E75E8}" srcOrd="0" destOrd="0" parTransId="{0E587571-E1B7-4666-A676-10FE87FD3164}" sibTransId="{87B31B26-C31A-4B91-AAE5-331694C3152E}"/>
    <dgm:cxn modelId="{6165006E-AF9F-4556-BBDF-FE8974474820}" type="presOf" srcId="{B0C34031-FAE5-4DCA-AF25-A887DE15103D}" destId="{EA695F39-05C4-4B85-AF6B-5583C40470F1}" srcOrd="0" destOrd="0" presId="urn:microsoft.com/office/officeart/2005/8/layout/chevron2"/>
    <dgm:cxn modelId="{91D29173-5304-4955-83D7-27CABE5A5288}" type="presOf" srcId="{0F8CC352-9175-4CC7-AB02-ECF7D921F061}" destId="{780C8199-49E6-4E0A-BA1A-42ED952F8231}" srcOrd="0" destOrd="0" presId="urn:microsoft.com/office/officeart/2005/8/layout/chevron2"/>
    <dgm:cxn modelId="{8989AA58-64E9-4054-B480-FCBC24FF6D7E}" type="presOf" srcId="{AAAF1186-611D-498B-91E4-E174B832344F}" destId="{0C0D8EFC-3F20-4DB4-AAE7-A6DA3D3B7D10}" srcOrd="0" destOrd="0" presId="urn:microsoft.com/office/officeart/2005/8/layout/chevron2"/>
    <dgm:cxn modelId="{6522D38A-04DC-4E09-ABBC-81BAD4825CA8}" srcId="{0F8CC352-9175-4CC7-AB02-ECF7D921F061}" destId="{7EF3D389-807C-4922-A1B6-2D88E16DF8A4}" srcOrd="2" destOrd="0" parTransId="{7A7D9CD9-3B4E-4FA5-9C67-8B43D7767B38}" sibTransId="{4B79277C-36B5-46B3-8D95-2E96D5EFB821}"/>
    <dgm:cxn modelId="{BFDEE4A6-C8EB-4776-B386-0C05F00E760A}" srcId="{AD73BA02-1694-4AE9-811B-066EBC169C98}" destId="{0F8CC352-9175-4CC7-AB02-ECF7D921F061}" srcOrd="1" destOrd="0" parTransId="{39B731F4-70F1-4C07-A571-07029C5CA062}" sibTransId="{B64DBE5F-CE0C-4635-8210-CE385E6CA542}"/>
    <dgm:cxn modelId="{2D2AAEB7-00F9-47B2-A168-434402BA13A2}" type="presOf" srcId="{13C3B0F7-1434-4E34-9887-09562944FDBB}" destId="{F8218D8E-C16D-4E5B-A89F-DF2E8ABEB105}" srcOrd="0" destOrd="1" presId="urn:microsoft.com/office/officeart/2005/8/layout/chevron2"/>
    <dgm:cxn modelId="{AE4438B8-7E62-4000-8EB7-4D1B6AE74633}" type="presOf" srcId="{97BE84D2-BE37-4919-ACA0-A37DC99BCB84}" destId="{F8218D8E-C16D-4E5B-A89F-DF2E8ABEB105}" srcOrd="0" destOrd="0" presId="urn:microsoft.com/office/officeart/2005/8/layout/chevron2"/>
    <dgm:cxn modelId="{5A5A3BD6-55E8-4A17-BB14-3CB330EFACD5}" srcId="{0F8CC352-9175-4CC7-AB02-ECF7D921F061}" destId="{97BE84D2-BE37-4919-ACA0-A37DC99BCB84}" srcOrd="0" destOrd="0" parTransId="{DADCA3C2-1EF5-40F2-8BA0-5A465A9A6877}" sibTransId="{99E33671-24A1-4B2A-A0CA-7FBDF8A37315}"/>
    <dgm:cxn modelId="{6CDCA9E7-B5BB-4C45-A39C-388536A3F80A}" srcId="{AAAF1186-611D-498B-91E4-E174B832344F}" destId="{7F9A6F29-6EEF-4B35-A64D-5FBF79DDB661}" srcOrd="0" destOrd="0" parTransId="{E5FC0904-0186-425B-9391-DD1E4324FF99}" sibTransId="{3223CC61-287D-4466-A658-EE11BFE57A55}"/>
    <dgm:cxn modelId="{5EC4CEE7-A14A-4E38-AE9F-245F7E03C356}" type="presOf" srcId="{7EF3D389-807C-4922-A1B6-2D88E16DF8A4}" destId="{F8218D8E-C16D-4E5B-A89F-DF2E8ABEB105}" srcOrd="0" destOrd="2" presId="urn:microsoft.com/office/officeart/2005/8/layout/chevron2"/>
    <dgm:cxn modelId="{F31C78F5-5BCE-4E71-8BFA-901A77441CDF}" type="presOf" srcId="{7F9A6F29-6EEF-4B35-A64D-5FBF79DDB661}" destId="{C49C97F2-4FAA-4163-B4BA-BDBB4A97597B}" srcOrd="0" destOrd="0" presId="urn:microsoft.com/office/officeart/2005/8/layout/chevron2"/>
    <dgm:cxn modelId="{3FD3A0FB-BF8F-4507-909A-D1A2ECC0163A}" type="presParOf" srcId="{22F7E8A0-6E67-4A9B-A8BF-8DDB6074208C}" destId="{CE23A436-CC07-4342-A801-8D8E1DF0CC25}" srcOrd="0" destOrd="0" presId="urn:microsoft.com/office/officeart/2005/8/layout/chevron2"/>
    <dgm:cxn modelId="{183CE47E-B984-4142-B5BB-548E468DBB8C}" type="presParOf" srcId="{CE23A436-CC07-4342-A801-8D8E1DF0CC25}" destId="{8A87FC79-5399-4931-AF70-CAB569DEF40B}" srcOrd="0" destOrd="0" presId="urn:microsoft.com/office/officeart/2005/8/layout/chevron2"/>
    <dgm:cxn modelId="{1EA63005-6A92-462E-B65B-D71B7B5D9D15}" type="presParOf" srcId="{CE23A436-CC07-4342-A801-8D8E1DF0CC25}" destId="{EA695F39-05C4-4B85-AF6B-5583C40470F1}" srcOrd="1" destOrd="0" presId="urn:microsoft.com/office/officeart/2005/8/layout/chevron2"/>
    <dgm:cxn modelId="{6665A94B-6168-4663-841F-DC5424CC4561}" type="presParOf" srcId="{22F7E8A0-6E67-4A9B-A8BF-8DDB6074208C}" destId="{A5192763-D1EA-45EA-8950-5961B5D1F2AC}" srcOrd="1" destOrd="0" presId="urn:microsoft.com/office/officeart/2005/8/layout/chevron2"/>
    <dgm:cxn modelId="{0FCB8FF6-191B-47CC-9D47-70B0759F9BFB}" type="presParOf" srcId="{22F7E8A0-6E67-4A9B-A8BF-8DDB6074208C}" destId="{800E8917-86C7-4ACA-A597-E2346BF9810B}" srcOrd="2" destOrd="0" presId="urn:microsoft.com/office/officeart/2005/8/layout/chevron2"/>
    <dgm:cxn modelId="{E2BBE141-258F-47BE-BA4B-0E8B9FE8E78D}" type="presParOf" srcId="{800E8917-86C7-4ACA-A597-E2346BF9810B}" destId="{780C8199-49E6-4E0A-BA1A-42ED952F8231}" srcOrd="0" destOrd="0" presId="urn:microsoft.com/office/officeart/2005/8/layout/chevron2"/>
    <dgm:cxn modelId="{1222F6F6-D538-49D1-A226-B52D9A1B1C1E}" type="presParOf" srcId="{800E8917-86C7-4ACA-A597-E2346BF9810B}" destId="{F8218D8E-C16D-4E5B-A89F-DF2E8ABEB105}" srcOrd="1" destOrd="0" presId="urn:microsoft.com/office/officeart/2005/8/layout/chevron2"/>
    <dgm:cxn modelId="{251E3EB6-360D-4E6F-9F89-9F3FF004A30D}" type="presParOf" srcId="{22F7E8A0-6E67-4A9B-A8BF-8DDB6074208C}" destId="{FAA41F06-BC55-451B-8B7F-8CDAF8A96085}" srcOrd="3" destOrd="0" presId="urn:microsoft.com/office/officeart/2005/8/layout/chevron2"/>
    <dgm:cxn modelId="{7D0C4741-4313-4D9A-9CD1-7333E9A62200}" type="presParOf" srcId="{22F7E8A0-6E67-4A9B-A8BF-8DDB6074208C}" destId="{DB5BF5C5-8BF5-406D-A8A7-19A87FF6EFAF}" srcOrd="4" destOrd="0" presId="urn:microsoft.com/office/officeart/2005/8/layout/chevron2"/>
    <dgm:cxn modelId="{D4DB0D82-F9EA-4661-A8E6-6B73B1D7E2B8}" type="presParOf" srcId="{DB5BF5C5-8BF5-406D-A8A7-19A87FF6EFAF}" destId="{0C0D8EFC-3F20-4DB4-AAE7-A6DA3D3B7D10}" srcOrd="0" destOrd="0" presId="urn:microsoft.com/office/officeart/2005/8/layout/chevron2"/>
    <dgm:cxn modelId="{D3FB950F-0A58-4908-B1E9-39FCF0E16B20}" type="presParOf" srcId="{DB5BF5C5-8BF5-406D-A8A7-19A87FF6EFAF}" destId="{C49C97F2-4FAA-4163-B4BA-BDBB4A97597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9DD0DA-E632-409A-86B6-2272F15CDE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23C76D7-DB1C-4DB5-AA2E-2A57BFE79BBE}">
      <dgm:prSet/>
      <dgm:spPr/>
      <dgm:t>
        <a:bodyPr/>
        <a:lstStyle/>
        <a:p>
          <a:r>
            <a:rPr lang="cs-CZ" b="1" noProof="0" dirty="0"/>
            <a:t>Co to je?</a:t>
          </a:r>
          <a:endParaRPr lang="cs-CZ" noProof="0" dirty="0"/>
        </a:p>
      </dgm:t>
    </dgm:pt>
    <dgm:pt modelId="{4250F518-0C20-4F72-891F-3475DAB5F6A3}" type="parTrans" cxnId="{820C78A6-92C2-4E6E-A1F0-EAD41C61A95E}">
      <dgm:prSet/>
      <dgm:spPr/>
      <dgm:t>
        <a:bodyPr/>
        <a:lstStyle/>
        <a:p>
          <a:endParaRPr lang="en-GB"/>
        </a:p>
      </dgm:t>
    </dgm:pt>
    <dgm:pt modelId="{F810FCF7-D4EE-4439-B14D-53C31E73FD4A}" type="sibTrans" cxnId="{820C78A6-92C2-4E6E-A1F0-EAD41C61A95E}">
      <dgm:prSet/>
      <dgm:spPr/>
      <dgm:t>
        <a:bodyPr/>
        <a:lstStyle/>
        <a:p>
          <a:endParaRPr lang="en-GB"/>
        </a:p>
      </dgm:t>
    </dgm:pt>
    <dgm:pt modelId="{3B2A4F84-CCC6-477E-BE11-85175B1206A6}">
      <dgm:prSet/>
      <dgm:spPr/>
      <dgm:t>
        <a:bodyPr/>
        <a:lstStyle/>
        <a:p>
          <a:r>
            <a:rPr lang="cs-CZ" noProof="0" dirty="0"/>
            <a:t>index sledující </a:t>
          </a:r>
          <a:r>
            <a:rPr lang="cs-CZ" b="1" noProof="0" dirty="0"/>
            <a:t>reálné ceny rezidenčních domů v USA</a:t>
          </a:r>
          <a:endParaRPr lang="cs-CZ" noProof="0" dirty="0"/>
        </a:p>
      </dgm:t>
    </dgm:pt>
    <dgm:pt modelId="{F147ACD4-C4CF-44DE-A5CB-14BE82F092E0}" type="parTrans" cxnId="{64A8549E-F1CA-4249-8208-922539CF6022}">
      <dgm:prSet/>
      <dgm:spPr/>
      <dgm:t>
        <a:bodyPr/>
        <a:lstStyle/>
        <a:p>
          <a:endParaRPr lang="en-GB"/>
        </a:p>
      </dgm:t>
    </dgm:pt>
    <dgm:pt modelId="{CDD0494E-81AD-47C5-8DE7-80A5A0C7099B}" type="sibTrans" cxnId="{64A8549E-F1CA-4249-8208-922539CF6022}">
      <dgm:prSet/>
      <dgm:spPr/>
      <dgm:t>
        <a:bodyPr/>
        <a:lstStyle/>
        <a:p>
          <a:endParaRPr lang="en-GB"/>
        </a:p>
      </dgm:t>
    </dgm:pt>
    <dgm:pt modelId="{3121DCBE-D03B-4E39-9DE3-0C0DA637E5DD}">
      <dgm:prSet/>
      <dgm:spPr/>
      <dgm:t>
        <a:bodyPr/>
        <a:lstStyle/>
        <a:p>
          <a:r>
            <a:rPr lang="cs-CZ" noProof="0" dirty="0"/>
            <a:t>vytvořen Robertem </a:t>
          </a:r>
          <a:r>
            <a:rPr lang="cs-CZ" noProof="0" dirty="0" err="1"/>
            <a:t>Shillerem</a:t>
          </a:r>
          <a:r>
            <a:rPr lang="cs-CZ" noProof="0" dirty="0"/>
            <a:t> (nositel Nobelovi ceny za ekonomii) a Karlem Casem</a:t>
          </a:r>
        </a:p>
      </dgm:t>
    </dgm:pt>
    <dgm:pt modelId="{298E4D8C-90FD-4513-A036-F2D722730BE2}" type="parTrans" cxnId="{1ADFE94D-FCEF-474D-96C5-02A292510E1A}">
      <dgm:prSet/>
      <dgm:spPr/>
      <dgm:t>
        <a:bodyPr/>
        <a:lstStyle/>
        <a:p>
          <a:endParaRPr lang="en-GB"/>
        </a:p>
      </dgm:t>
    </dgm:pt>
    <dgm:pt modelId="{A5AB0F22-E24E-463B-82AD-B464E6479455}" type="sibTrans" cxnId="{1ADFE94D-FCEF-474D-96C5-02A292510E1A}">
      <dgm:prSet/>
      <dgm:spPr/>
      <dgm:t>
        <a:bodyPr/>
        <a:lstStyle/>
        <a:p>
          <a:endParaRPr lang="en-GB"/>
        </a:p>
      </dgm:t>
    </dgm:pt>
    <dgm:pt modelId="{27CF1F32-E5F9-49A7-90A9-F379E9A71BD4}">
      <dgm:prSet/>
      <dgm:spPr/>
      <dgm:t>
        <a:bodyPr/>
        <a:lstStyle/>
        <a:p>
          <a:r>
            <a:rPr lang="cs-CZ" noProof="0" dirty="0"/>
            <a:t>Index byl </a:t>
          </a:r>
          <a:r>
            <a:rPr lang="cs-CZ" b="1" noProof="0" dirty="0"/>
            <a:t>prodán společnosti S&amp;P</a:t>
          </a:r>
          <a:r>
            <a:rPr lang="cs-CZ" noProof="0" dirty="0"/>
            <a:t>, dnes známý jako </a:t>
          </a:r>
          <a:r>
            <a:rPr lang="cs-CZ" i="1" noProof="0" dirty="0"/>
            <a:t>S&amp;P </a:t>
          </a:r>
          <a:r>
            <a:rPr lang="cs-CZ" i="1" noProof="0" dirty="0" err="1"/>
            <a:t>CoreLogic</a:t>
          </a:r>
          <a:r>
            <a:rPr lang="cs-CZ" i="1" noProof="0" dirty="0"/>
            <a:t> Case-</a:t>
          </a:r>
          <a:r>
            <a:rPr lang="cs-CZ" i="1" noProof="0" dirty="0" err="1"/>
            <a:t>Shiller</a:t>
          </a:r>
          <a:r>
            <a:rPr lang="cs-CZ" i="1" noProof="0" dirty="0"/>
            <a:t> Index</a:t>
          </a:r>
          <a:endParaRPr lang="cs-CZ" noProof="0" dirty="0"/>
        </a:p>
      </dgm:t>
    </dgm:pt>
    <dgm:pt modelId="{3E6FC9DE-CE72-4E5E-B4F0-4F9F00E64AAC}" type="parTrans" cxnId="{98EB9F40-8EA8-4903-B663-027F7BFD95B9}">
      <dgm:prSet/>
      <dgm:spPr/>
      <dgm:t>
        <a:bodyPr/>
        <a:lstStyle/>
        <a:p>
          <a:endParaRPr lang="en-GB"/>
        </a:p>
      </dgm:t>
    </dgm:pt>
    <dgm:pt modelId="{F6B7A2C8-C1DF-431F-87C6-87D625D71709}" type="sibTrans" cxnId="{98EB9F40-8EA8-4903-B663-027F7BFD95B9}">
      <dgm:prSet/>
      <dgm:spPr/>
      <dgm:t>
        <a:bodyPr/>
        <a:lstStyle/>
        <a:p>
          <a:endParaRPr lang="en-GB"/>
        </a:p>
      </dgm:t>
    </dgm:pt>
    <dgm:pt modelId="{65A956C6-CCDD-4682-BF37-044B452540AD}">
      <dgm:prSet/>
      <dgm:spPr/>
      <dgm:t>
        <a:bodyPr/>
        <a:lstStyle/>
        <a:p>
          <a:r>
            <a:rPr lang="cs-CZ" b="1" noProof="0" dirty="0"/>
            <a:t>Jak se měří?</a:t>
          </a:r>
          <a:endParaRPr lang="cs-CZ" noProof="0" dirty="0"/>
        </a:p>
      </dgm:t>
    </dgm:pt>
    <dgm:pt modelId="{0E8EF4F5-180E-4354-AC83-B9DF45CB29C5}" type="parTrans" cxnId="{B03D2D39-BD5F-4C13-8049-230B21A0FEE6}">
      <dgm:prSet/>
      <dgm:spPr/>
      <dgm:t>
        <a:bodyPr/>
        <a:lstStyle/>
        <a:p>
          <a:endParaRPr lang="en-GB"/>
        </a:p>
      </dgm:t>
    </dgm:pt>
    <dgm:pt modelId="{65D04D33-E149-46B6-B21F-D20AA4C44CF9}" type="sibTrans" cxnId="{B03D2D39-BD5F-4C13-8049-230B21A0FEE6}">
      <dgm:prSet/>
      <dgm:spPr/>
      <dgm:t>
        <a:bodyPr/>
        <a:lstStyle/>
        <a:p>
          <a:endParaRPr lang="en-GB"/>
        </a:p>
      </dgm:t>
    </dgm:pt>
    <dgm:pt modelId="{32DE0A11-7B14-4B16-98A3-642DA7787231}">
      <dgm:prSet/>
      <dgm:spPr/>
      <dgm:t>
        <a:bodyPr/>
        <a:lstStyle/>
        <a:p>
          <a:r>
            <a:rPr lang="cs-CZ" b="1" noProof="0" dirty="0" err="1"/>
            <a:t>repeat-sale</a:t>
          </a:r>
          <a:r>
            <a:rPr lang="cs-CZ" b="1" noProof="0" dirty="0"/>
            <a:t> metoda</a:t>
          </a:r>
          <a:r>
            <a:rPr lang="cs-CZ" noProof="0" dirty="0"/>
            <a:t>: porovnává opakované prodeje stejných domů, aby odstranil vliv zlepšení kvality (větší domy, rekonstrukce)</a:t>
          </a:r>
        </a:p>
      </dgm:t>
    </dgm:pt>
    <dgm:pt modelId="{26FED6C2-D9FD-4248-AC37-B120D4823A81}" type="parTrans" cxnId="{8288D121-CF80-4894-823D-B3C8674D6E1E}">
      <dgm:prSet/>
      <dgm:spPr/>
      <dgm:t>
        <a:bodyPr/>
        <a:lstStyle/>
        <a:p>
          <a:endParaRPr lang="en-GB"/>
        </a:p>
      </dgm:t>
    </dgm:pt>
    <dgm:pt modelId="{0B154E0A-70A4-4E0B-8F12-908FEDC84A54}" type="sibTrans" cxnId="{8288D121-CF80-4894-823D-B3C8674D6E1E}">
      <dgm:prSet/>
      <dgm:spPr/>
      <dgm:t>
        <a:bodyPr/>
        <a:lstStyle/>
        <a:p>
          <a:endParaRPr lang="en-GB"/>
        </a:p>
      </dgm:t>
    </dgm:pt>
    <dgm:pt modelId="{A4F2C4E7-AD15-4F0F-A089-7092858126F5}">
      <dgm:prSet/>
      <dgm:spPr/>
      <dgm:t>
        <a:bodyPr/>
        <a:lstStyle/>
        <a:p>
          <a:r>
            <a:rPr lang="cs-CZ" noProof="0" dirty="0"/>
            <a:t>očištěno o inflaci pomocí </a:t>
          </a:r>
          <a:r>
            <a:rPr lang="cs-CZ" b="1" noProof="0" dirty="0"/>
            <a:t>CPI</a:t>
          </a:r>
          <a:endParaRPr lang="cs-CZ" noProof="0" dirty="0"/>
        </a:p>
      </dgm:t>
    </dgm:pt>
    <dgm:pt modelId="{80B58245-1711-4211-8943-AC4A59EFD708}" type="parTrans" cxnId="{E8D66C7F-1BE0-4C3E-9827-DA4FC42947FD}">
      <dgm:prSet/>
      <dgm:spPr/>
      <dgm:t>
        <a:bodyPr/>
        <a:lstStyle/>
        <a:p>
          <a:endParaRPr lang="en-GB"/>
        </a:p>
      </dgm:t>
    </dgm:pt>
    <dgm:pt modelId="{EC889A96-3E1D-49A2-8EFE-D7D9E3441172}" type="sibTrans" cxnId="{E8D66C7F-1BE0-4C3E-9827-DA4FC42947FD}">
      <dgm:prSet/>
      <dgm:spPr/>
      <dgm:t>
        <a:bodyPr/>
        <a:lstStyle/>
        <a:p>
          <a:endParaRPr lang="en-GB"/>
        </a:p>
      </dgm:t>
    </dgm:pt>
    <dgm:pt modelId="{F187FDF7-A133-4DCB-A1D7-E6CBF63AD78D}">
      <dgm:prSet/>
      <dgm:spPr/>
      <dgm:t>
        <a:bodyPr/>
        <a:lstStyle/>
        <a:p>
          <a:r>
            <a:rPr lang="cs-CZ" noProof="0" dirty="0" err="1"/>
            <a:t>National</a:t>
          </a:r>
          <a:r>
            <a:rPr lang="cs-CZ" noProof="0" dirty="0"/>
            <a:t>, </a:t>
          </a:r>
          <a:r>
            <a:rPr lang="cs-CZ" noProof="0" dirty="0" err="1"/>
            <a:t>Composite</a:t>
          </a:r>
          <a:r>
            <a:rPr lang="cs-CZ" noProof="0" dirty="0"/>
            <a:t> (Metropolitan), City</a:t>
          </a:r>
        </a:p>
      </dgm:t>
    </dgm:pt>
    <dgm:pt modelId="{C8E44FD5-9FC9-48C8-A6D9-A92B24EBFD61}" type="parTrans" cxnId="{EFD771A5-06AA-4389-A645-708F877B5D97}">
      <dgm:prSet/>
      <dgm:spPr/>
      <dgm:t>
        <a:bodyPr/>
        <a:lstStyle/>
        <a:p>
          <a:endParaRPr lang="en-GB"/>
        </a:p>
      </dgm:t>
    </dgm:pt>
    <dgm:pt modelId="{DDDB968A-7978-4357-8AB8-1701BD9CF80D}" type="sibTrans" cxnId="{EFD771A5-06AA-4389-A645-708F877B5D97}">
      <dgm:prSet/>
      <dgm:spPr/>
      <dgm:t>
        <a:bodyPr/>
        <a:lstStyle/>
        <a:p>
          <a:endParaRPr lang="en-GB"/>
        </a:p>
      </dgm:t>
    </dgm:pt>
    <dgm:pt modelId="{ACBED8AF-F51D-4829-8FF4-E752C63C5726}" type="pres">
      <dgm:prSet presAssocID="{5B9DD0DA-E632-409A-86B6-2272F15CDE48}" presName="linear" presStyleCnt="0">
        <dgm:presLayoutVars>
          <dgm:animLvl val="lvl"/>
          <dgm:resizeHandles val="exact"/>
        </dgm:presLayoutVars>
      </dgm:prSet>
      <dgm:spPr/>
    </dgm:pt>
    <dgm:pt modelId="{03907C89-F7BC-4EBA-AA86-8C3B6F304894}" type="pres">
      <dgm:prSet presAssocID="{723C76D7-DB1C-4DB5-AA2E-2A57BFE79BB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A485BFD-58A6-49D3-A4DD-B81ACD154E80}" type="pres">
      <dgm:prSet presAssocID="{723C76D7-DB1C-4DB5-AA2E-2A57BFE79BBE}" presName="childText" presStyleLbl="revTx" presStyleIdx="0" presStyleCnt="2">
        <dgm:presLayoutVars>
          <dgm:bulletEnabled val="1"/>
        </dgm:presLayoutVars>
      </dgm:prSet>
      <dgm:spPr/>
    </dgm:pt>
    <dgm:pt modelId="{E430E7D6-C138-48AC-B2AC-DDD6AEE9C62D}" type="pres">
      <dgm:prSet presAssocID="{65A956C6-CCDD-4682-BF37-044B452540A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ED1FC20-586D-485B-8FA7-80F38E9A4745}" type="pres">
      <dgm:prSet presAssocID="{65A956C6-CCDD-4682-BF37-044B452540A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288D121-CF80-4894-823D-B3C8674D6E1E}" srcId="{65A956C6-CCDD-4682-BF37-044B452540AD}" destId="{32DE0A11-7B14-4B16-98A3-642DA7787231}" srcOrd="0" destOrd="0" parTransId="{26FED6C2-D9FD-4248-AC37-B120D4823A81}" sibTransId="{0B154E0A-70A4-4E0B-8F12-908FEDC84A54}"/>
    <dgm:cxn modelId="{3FE16735-F259-4FFA-AC3C-70B2FA57A1C1}" type="presOf" srcId="{27CF1F32-E5F9-49A7-90A9-F379E9A71BD4}" destId="{1A485BFD-58A6-49D3-A4DD-B81ACD154E80}" srcOrd="0" destOrd="2" presId="urn:microsoft.com/office/officeart/2005/8/layout/vList2"/>
    <dgm:cxn modelId="{B03D2D39-BD5F-4C13-8049-230B21A0FEE6}" srcId="{5B9DD0DA-E632-409A-86B6-2272F15CDE48}" destId="{65A956C6-CCDD-4682-BF37-044B452540AD}" srcOrd="1" destOrd="0" parTransId="{0E8EF4F5-180E-4354-AC83-B9DF45CB29C5}" sibTransId="{65D04D33-E149-46B6-B21F-D20AA4C44CF9}"/>
    <dgm:cxn modelId="{98EB9F40-8EA8-4903-B663-027F7BFD95B9}" srcId="{723C76D7-DB1C-4DB5-AA2E-2A57BFE79BBE}" destId="{27CF1F32-E5F9-49A7-90A9-F379E9A71BD4}" srcOrd="2" destOrd="0" parTransId="{3E6FC9DE-CE72-4E5E-B4F0-4F9F00E64AAC}" sibTransId="{F6B7A2C8-C1DF-431F-87C6-87D625D71709}"/>
    <dgm:cxn modelId="{2F6DAB60-B005-41D6-B38C-8B8CD62B252F}" type="presOf" srcId="{723C76D7-DB1C-4DB5-AA2E-2A57BFE79BBE}" destId="{03907C89-F7BC-4EBA-AA86-8C3B6F304894}" srcOrd="0" destOrd="0" presId="urn:microsoft.com/office/officeart/2005/8/layout/vList2"/>
    <dgm:cxn modelId="{1ADFE94D-FCEF-474D-96C5-02A292510E1A}" srcId="{723C76D7-DB1C-4DB5-AA2E-2A57BFE79BBE}" destId="{3121DCBE-D03B-4E39-9DE3-0C0DA637E5DD}" srcOrd="1" destOrd="0" parTransId="{298E4D8C-90FD-4513-A036-F2D722730BE2}" sibTransId="{A5AB0F22-E24E-463B-82AD-B464E6479455}"/>
    <dgm:cxn modelId="{0E242D6E-956A-42BF-8372-63FE5DA842ED}" type="presOf" srcId="{F187FDF7-A133-4DCB-A1D7-E6CBF63AD78D}" destId="{DED1FC20-586D-485B-8FA7-80F38E9A4745}" srcOrd="0" destOrd="2" presId="urn:microsoft.com/office/officeart/2005/8/layout/vList2"/>
    <dgm:cxn modelId="{E8D66C7F-1BE0-4C3E-9827-DA4FC42947FD}" srcId="{65A956C6-CCDD-4682-BF37-044B452540AD}" destId="{A4F2C4E7-AD15-4F0F-A089-7092858126F5}" srcOrd="1" destOrd="0" parTransId="{80B58245-1711-4211-8943-AC4A59EFD708}" sibTransId="{EC889A96-3E1D-49A2-8EFE-D7D9E3441172}"/>
    <dgm:cxn modelId="{AB12C78B-90C4-4B6B-BAB9-57080BB1B8FD}" type="presOf" srcId="{A4F2C4E7-AD15-4F0F-A089-7092858126F5}" destId="{DED1FC20-586D-485B-8FA7-80F38E9A4745}" srcOrd="0" destOrd="1" presId="urn:microsoft.com/office/officeart/2005/8/layout/vList2"/>
    <dgm:cxn modelId="{0CB4DA8D-E2CD-4173-8E80-D81E7C6D952B}" type="presOf" srcId="{3121DCBE-D03B-4E39-9DE3-0C0DA637E5DD}" destId="{1A485BFD-58A6-49D3-A4DD-B81ACD154E80}" srcOrd="0" destOrd="1" presId="urn:microsoft.com/office/officeart/2005/8/layout/vList2"/>
    <dgm:cxn modelId="{64A8549E-F1CA-4249-8208-922539CF6022}" srcId="{723C76D7-DB1C-4DB5-AA2E-2A57BFE79BBE}" destId="{3B2A4F84-CCC6-477E-BE11-85175B1206A6}" srcOrd="0" destOrd="0" parTransId="{F147ACD4-C4CF-44DE-A5CB-14BE82F092E0}" sibTransId="{CDD0494E-81AD-47C5-8DE7-80A5A0C7099B}"/>
    <dgm:cxn modelId="{EFD771A5-06AA-4389-A645-708F877B5D97}" srcId="{65A956C6-CCDD-4682-BF37-044B452540AD}" destId="{F187FDF7-A133-4DCB-A1D7-E6CBF63AD78D}" srcOrd="2" destOrd="0" parTransId="{C8E44FD5-9FC9-48C8-A6D9-A92B24EBFD61}" sibTransId="{DDDB968A-7978-4357-8AB8-1701BD9CF80D}"/>
    <dgm:cxn modelId="{820C78A6-92C2-4E6E-A1F0-EAD41C61A95E}" srcId="{5B9DD0DA-E632-409A-86B6-2272F15CDE48}" destId="{723C76D7-DB1C-4DB5-AA2E-2A57BFE79BBE}" srcOrd="0" destOrd="0" parTransId="{4250F518-0C20-4F72-891F-3475DAB5F6A3}" sibTransId="{F810FCF7-D4EE-4439-B14D-53C31E73FD4A}"/>
    <dgm:cxn modelId="{319EDBB8-92BF-41BD-9D91-402CCFC053C6}" type="presOf" srcId="{65A956C6-CCDD-4682-BF37-044B452540AD}" destId="{E430E7D6-C138-48AC-B2AC-DDD6AEE9C62D}" srcOrd="0" destOrd="0" presId="urn:microsoft.com/office/officeart/2005/8/layout/vList2"/>
    <dgm:cxn modelId="{4C4D10BC-4002-4B79-89A8-D26089CAD942}" type="presOf" srcId="{5B9DD0DA-E632-409A-86B6-2272F15CDE48}" destId="{ACBED8AF-F51D-4829-8FF4-E752C63C5726}" srcOrd="0" destOrd="0" presId="urn:microsoft.com/office/officeart/2005/8/layout/vList2"/>
    <dgm:cxn modelId="{83FBB8C0-CFBA-477E-A3FF-5E6364C22039}" type="presOf" srcId="{32DE0A11-7B14-4B16-98A3-642DA7787231}" destId="{DED1FC20-586D-485B-8FA7-80F38E9A4745}" srcOrd="0" destOrd="0" presId="urn:microsoft.com/office/officeart/2005/8/layout/vList2"/>
    <dgm:cxn modelId="{A72925C4-6171-4095-BF4B-6910576E00A5}" type="presOf" srcId="{3B2A4F84-CCC6-477E-BE11-85175B1206A6}" destId="{1A485BFD-58A6-49D3-A4DD-B81ACD154E80}" srcOrd="0" destOrd="0" presId="urn:microsoft.com/office/officeart/2005/8/layout/vList2"/>
    <dgm:cxn modelId="{3FA53005-C72D-4042-AF77-267D01E4DDF3}" type="presParOf" srcId="{ACBED8AF-F51D-4829-8FF4-E752C63C5726}" destId="{03907C89-F7BC-4EBA-AA86-8C3B6F304894}" srcOrd="0" destOrd="0" presId="urn:microsoft.com/office/officeart/2005/8/layout/vList2"/>
    <dgm:cxn modelId="{9C61E25C-AA2B-41FC-9380-4BA6DD4D6310}" type="presParOf" srcId="{ACBED8AF-F51D-4829-8FF4-E752C63C5726}" destId="{1A485BFD-58A6-49D3-A4DD-B81ACD154E80}" srcOrd="1" destOrd="0" presId="urn:microsoft.com/office/officeart/2005/8/layout/vList2"/>
    <dgm:cxn modelId="{FFCADBE4-8173-4BAE-9000-AD31A38D4DE5}" type="presParOf" srcId="{ACBED8AF-F51D-4829-8FF4-E752C63C5726}" destId="{E430E7D6-C138-48AC-B2AC-DDD6AEE9C62D}" srcOrd="2" destOrd="0" presId="urn:microsoft.com/office/officeart/2005/8/layout/vList2"/>
    <dgm:cxn modelId="{0C79F67E-0353-4A95-8DF4-5F5F806EBC55}" type="presParOf" srcId="{ACBED8AF-F51D-4829-8FF4-E752C63C5726}" destId="{DED1FC20-586D-485B-8FA7-80F38E9A4745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F5C16A-75BA-4189-91CC-DAFEF0FD96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E5CC5CE-1880-46B5-9B42-F7F75BB2A53A}">
      <dgm:prSet/>
      <dgm:spPr/>
      <dgm:t>
        <a:bodyPr/>
        <a:lstStyle/>
        <a:p>
          <a:r>
            <a:rPr lang="cs-CZ" noProof="0" dirty="0"/>
            <a:t>Case-Schiller US </a:t>
          </a:r>
          <a:r>
            <a:rPr lang="cs-CZ" noProof="0" dirty="0" err="1"/>
            <a:t>National</a:t>
          </a:r>
          <a:r>
            <a:rPr lang="cs-CZ" noProof="0" dirty="0"/>
            <a:t> </a:t>
          </a:r>
          <a:r>
            <a:rPr lang="cs-CZ" noProof="0" dirty="0" err="1"/>
            <a:t>Home</a:t>
          </a:r>
          <a:r>
            <a:rPr lang="cs-CZ" noProof="0" dirty="0"/>
            <a:t> </a:t>
          </a:r>
          <a:r>
            <a:rPr lang="cs-CZ" noProof="0" dirty="0" err="1"/>
            <a:t>Price</a:t>
          </a:r>
          <a:r>
            <a:rPr lang="cs-CZ" noProof="0" dirty="0"/>
            <a:t> Index</a:t>
          </a:r>
        </a:p>
      </dgm:t>
    </dgm:pt>
    <dgm:pt modelId="{83169C35-BD3B-4473-A573-B502ACFBC5A9}" type="parTrans" cxnId="{AA46978E-B855-4D77-9305-F0EC5C22FFD8}">
      <dgm:prSet/>
      <dgm:spPr/>
      <dgm:t>
        <a:bodyPr/>
        <a:lstStyle/>
        <a:p>
          <a:endParaRPr lang="en-GB"/>
        </a:p>
      </dgm:t>
    </dgm:pt>
    <dgm:pt modelId="{737ECE44-A002-40A7-8ABC-D3ADFB89ACA4}" type="sibTrans" cxnId="{AA46978E-B855-4D77-9305-F0EC5C22FFD8}">
      <dgm:prSet/>
      <dgm:spPr/>
      <dgm:t>
        <a:bodyPr/>
        <a:lstStyle/>
        <a:p>
          <a:endParaRPr lang="en-GB"/>
        </a:p>
      </dgm:t>
    </dgm:pt>
    <dgm:pt modelId="{1A190487-CB21-45D7-984E-326819F6EEC0}">
      <dgm:prSet/>
      <dgm:spPr/>
      <dgm:t>
        <a:bodyPr/>
        <a:lstStyle/>
        <a:p>
          <a:r>
            <a:rPr lang="cs-CZ" noProof="0" dirty="0"/>
            <a:t>Real </a:t>
          </a:r>
          <a:r>
            <a:rPr lang="cs-CZ" noProof="0" dirty="0" err="1"/>
            <a:t>Building</a:t>
          </a:r>
          <a:r>
            <a:rPr lang="cs-CZ" noProof="0" dirty="0"/>
            <a:t> </a:t>
          </a:r>
          <a:r>
            <a:rPr lang="cs-CZ" noProof="0" dirty="0" err="1"/>
            <a:t>Cost</a:t>
          </a:r>
          <a:r>
            <a:rPr lang="cs-CZ" noProof="0" dirty="0"/>
            <a:t> Index</a:t>
          </a:r>
        </a:p>
      </dgm:t>
    </dgm:pt>
    <dgm:pt modelId="{59B15B35-7233-4138-8E6E-AB305C534D24}" type="parTrans" cxnId="{4F5BA57D-6A7F-44A1-BB0F-A3DFB6A3D48A}">
      <dgm:prSet/>
      <dgm:spPr/>
      <dgm:t>
        <a:bodyPr/>
        <a:lstStyle/>
        <a:p>
          <a:endParaRPr lang="en-GB"/>
        </a:p>
      </dgm:t>
    </dgm:pt>
    <dgm:pt modelId="{730A5F69-3423-4747-B98D-949EE3821562}" type="sibTrans" cxnId="{4F5BA57D-6A7F-44A1-BB0F-A3DFB6A3D48A}">
      <dgm:prSet/>
      <dgm:spPr/>
      <dgm:t>
        <a:bodyPr/>
        <a:lstStyle/>
        <a:p>
          <a:endParaRPr lang="en-GB"/>
        </a:p>
      </dgm:t>
    </dgm:pt>
    <dgm:pt modelId="{70D7B852-BC74-4A13-BE86-0BD155A46CF0}">
      <dgm:prSet/>
      <dgm:spPr/>
      <dgm:t>
        <a:bodyPr/>
        <a:lstStyle/>
        <a:p>
          <a:r>
            <a:rPr lang="cs-CZ" noProof="0" dirty="0"/>
            <a:t>ukazatel reálných stavebních nákladů (cena pozemku, práce, materiálu …)</a:t>
          </a:r>
        </a:p>
      </dgm:t>
    </dgm:pt>
    <dgm:pt modelId="{80CF9FDB-91F0-426E-9CDA-20339F450768}" type="parTrans" cxnId="{8EAFE9B3-3120-4145-AE4D-613DE7D6A777}">
      <dgm:prSet/>
      <dgm:spPr/>
      <dgm:t>
        <a:bodyPr/>
        <a:lstStyle/>
        <a:p>
          <a:endParaRPr lang="en-GB"/>
        </a:p>
      </dgm:t>
    </dgm:pt>
    <dgm:pt modelId="{FA91174C-FF34-4C2C-BE4F-359E0A6453D3}" type="sibTrans" cxnId="{8EAFE9B3-3120-4145-AE4D-613DE7D6A777}">
      <dgm:prSet/>
      <dgm:spPr/>
      <dgm:t>
        <a:bodyPr/>
        <a:lstStyle/>
        <a:p>
          <a:endParaRPr lang="en-GB"/>
        </a:p>
      </dgm:t>
    </dgm:pt>
    <dgm:pt modelId="{BB61594D-511E-47FB-981F-3A3A3FCD78B4}">
      <dgm:prSet/>
      <dgm:spPr/>
      <dgm:t>
        <a:bodyPr/>
        <a:lstStyle/>
        <a:p>
          <a:r>
            <a:rPr lang="cs-CZ" noProof="0" dirty="0"/>
            <a:t>US Long </a:t>
          </a:r>
          <a:r>
            <a:rPr lang="cs-CZ" noProof="0" dirty="0" err="1"/>
            <a:t>Rate</a:t>
          </a:r>
          <a:endParaRPr lang="cs-CZ" noProof="0" dirty="0"/>
        </a:p>
      </dgm:t>
    </dgm:pt>
    <dgm:pt modelId="{91CB769A-D9A5-4694-BAF3-6241ED0EC42A}" type="parTrans" cxnId="{77F07242-1A91-4840-A47D-56B04BFFA6EA}">
      <dgm:prSet/>
      <dgm:spPr/>
      <dgm:t>
        <a:bodyPr/>
        <a:lstStyle/>
        <a:p>
          <a:endParaRPr lang="en-GB"/>
        </a:p>
      </dgm:t>
    </dgm:pt>
    <dgm:pt modelId="{864FCC57-2FB2-4C01-86A9-6B178944D00C}" type="sibTrans" cxnId="{77F07242-1A91-4840-A47D-56B04BFFA6EA}">
      <dgm:prSet/>
      <dgm:spPr/>
      <dgm:t>
        <a:bodyPr/>
        <a:lstStyle/>
        <a:p>
          <a:endParaRPr lang="en-GB"/>
        </a:p>
      </dgm:t>
    </dgm:pt>
    <dgm:pt modelId="{E649D2C9-71B1-4527-A704-34E54D990722}">
      <dgm:prSet/>
      <dgm:spPr/>
      <dgm:t>
        <a:bodyPr/>
        <a:lstStyle/>
        <a:p>
          <a:r>
            <a:rPr lang="cs-CZ" noProof="0" dirty="0"/>
            <a:t>YTM z 10 letých US státních dluhopisů</a:t>
          </a:r>
        </a:p>
      </dgm:t>
    </dgm:pt>
    <dgm:pt modelId="{53AD75B8-013E-4CEB-BAD0-76189E82B592}" type="parTrans" cxnId="{0C4A6D59-7A52-401C-80C4-7F0FB70BDDBE}">
      <dgm:prSet/>
      <dgm:spPr/>
      <dgm:t>
        <a:bodyPr/>
        <a:lstStyle/>
        <a:p>
          <a:endParaRPr lang="en-GB"/>
        </a:p>
      </dgm:t>
    </dgm:pt>
    <dgm:pt modelId="{CECE6FEC-86E8-4552-B6AB-215CE5EADE45}" type="sibTrans" cxnId="{0C4A6D59-7A52-401C-80C4-7F0FB70BDDBE}">
      <dgm:prSet/>
      <dgm:spPr/>
      <dgm:t>
        <a:bodyPr/>
        <a:lstStyle/>
        <a:p>
          <a:endParaRPr lang="en-GB"/>
        </a:p>
      </dgm:t>
    </dgm:pt>
    <dgm:pt modelId="{4036F200-DD9E-4071-95C0-C147B1A2576D}">
      <dgm:prSet/>
      <dgm:spPr/>
      <dgm:t>
        <a:bodyPr/>
        <a:lstStyle/>
        <a:p>
          <a:r>
            <a:rPr lang="cs-CZ" noProof="0" dirty="0"/>
            <a:t>US </a:t>
          </a:r>
          <a:r>
            <a:rPr lang="cs-CZ" noProof="0" dirty="0" err="1"/>
            <a:t>Population</a:t>
          </a:r>
          <a:endParaRPr lang="cs-CZ" noProof="0" dirty="0"/>
        </a:p>
      </dgm:t>
    </dgm:pt>
    <dgm:pt modelId="{706ACF05-08AB-4F71-BC35-F899917040AF}" type="parTrans" cxnId="{C3280609-02B5-492D-8ADB-74A9121DC1F2}">
      <dgm:prSet/>
      <dgm:spPr/>
      <dgm:t>
        <a:bodyPr/>
        <a:lstStyle/>
        <a:p>
          <a:endParaRPr lang="en-GB"/>
        </a:p>
      </dgm:t>
    </dgm:pt>
    <dgm:pt modelId="{C8B8F3B4-9CA2-4852-9D85-F6F753C11F76}" type="sibTrans" cxnId="{C3280609-02B5-492D-8ADB-74A9121DC1F2}">
      <dgm:prSet/>
      <dgm:spPr/>
      <dgm:t>
        <a:bodyPr/>
        <a:lstStyle/>
        <a:p>
          <a:endParaRPr lang="en-GB"/>
        </a:p>
      </dgm:t>
    </dgm:pt>
    <dgm:pt modelId="{39E240C2-E194-422C-950F-E23894A1B3EF}">
      <dgm:prSet/>
      <dgm:spPr/>
      <dgm:t>
        <a:bodyPr/>
        <a:lstStyle/>
        <a:p>
          <a:r>
            <a:rPr lang="cs-CZ" noProof="0" dirty="0"/>
            <a:t>demografie</a:t>
          </a:r>
        </a:p>
      </dgm:t>
    </dgm:pt>
    <dgm:pt modelId="{40D2FD91-5187-4FC0-9EC8-4B858A327ED0}" type="parTrans" cxnId="{FCBE85F9-DAD4-48F4-BEAF-3276C7586153}">
      <dgm:prSet/>
      <dgm:spPr/>
      <dgm:t>
        <a:bodyPr/>
        <a:lstStyle/>
        <a:p>
          <a:endParaRPr lang="en-GB"/>
        </a:p>
      </dgm:t>
    </dgm:pt>
    <dgm:pt modelId="{91147C0E-1387-4DD2-BA76-9532220D27EA}" type="sibTrans" cxnId="{FCBE85F9-DAD4-48F4-BEAF-3276C7586153}">
      <dgm:prSet/>
      <dgm:spPr/>
      <dgm:t>
        <a:bodyPr/>
        <a:lstStyle/>
        <a:p>
          <a:endParaRPr lang="en-GB"/>
        </a:p>
      </dgm:t>
    </dgm:pt>
    <dgm:pt modelId="{33889CC3-6620-4AA6-A632-DFFD774FBC0C}">
      <dgm:prSet/>
      <dgm:spPr/>
      <dgm:t>
        <a:bodyPr/>
        <a:lstStyle/>
        <a:p>
          <a:r>
            <a:rPr lang="cs-CZ" noProof="0" dirty="0"/>
            <a:t>US CPI</a:t>
          </a:r>
        </a:p>
      </dgm:t>
    </dgm:pt>
    <dgm:pt modelId="{3DC52075-1364-42A4-8B67-5F8D244A5B6A}" type="parTrans" cxnId="{DBE88E8E-2FD6-4C66-896B-3E510500F133}">
      <dgm:prSet/>
      <dgm:spPr/>
      <dgm:t>
        <a:bodyPr/>
        <a:lstStyle/>
        <a:p>
          <a:endParaRPr lang="en-GB"/>
        </a:p>
      </dgm:t>
    </dgm:pt>
    <dgm:pt modelId="{7D1B9699-CE43-4EB8-A440-EB1D845B87D8}" type="sibTrans" cxnId="{DBE88E8E-2FD6-4C66-896B-3E510500F133}">
      <dgm:prSet/>
      <dgm:spPr/>
      <dgm:t>
        <a:bodyPr/>
        <a:lstStyle/>
        <a:p>
          <a:endParaRPr lang="en-GB"/>
        </a:p>
      </dgm:t>
    </dgm:pt>
    <dgm:pt modelId="{2A221D24-7A7F-40DB-B237-698DBD088303}">
      <dgm:prSet/>
      <dgm:spPr/>
      <dgm:t>
        <a:bodyPr/>
        <a:lstStyle/>
        <a:p>
          <a:r>
            <a:rPr lang="cs-CZ" noProof="0" dirty="0"/>
            <a:t>index spotřebitelských cen (inflace)</a:t>
          </a:r>
        </a:p>
      </dgm:t>
    </dgm:pt>
    <dgm:pt modelId="{757315F5-A3A0-40E3-A962-A409FA8A03A5}" type="parTrans" cxnId="{ECDF6925-A23E-4962-870A-4485051AFCFA}">
      <dgm:prSet/>
      <dgm:spPr/>
      <dgm:t>
        <a:bodyPr/>
        <a:lstStyle/>
        <a:p>
          <a:endParaRPr lang="en-GB"/>
        </a:p>
      </dgm:t>
    </dgm:pt>
    <dgm:pt modelId="{58194297-1470-4E43-AB5E-5484D333DA8C}" type="sibTrans" cxnId="{ECDF6925-A23E-4962-870A-4485051AFCFA}">
      <dgm:prSet/>
      <dgm:spPr/>
      <dgm:t>
        <a:bodyPr/>
        <a:lstStyle/>
        <a:p>
          <a:endParaRPr lang="en-GB"/>
        </a:p>
      </dgm:t>
    </dgm:pt>
    <dgm:pt modelId="{FE34CBF7-9C61-4643-80E9-70429F9D3D83}" type="pres">
      <dgm:prSet presAssocID="{ECF5C16A-75BA-4189-91CC-DAFEF0FD9679}" presName="linear" presStyleCnt="0">
        <dgm:presLayoutVars>
          <dgm:animLvl val="lvl"/>
          <dgm:resizeHandles val="exact"/>
        </dgm:presLayoutVars>
      </dgm:prSet>
      <dgm:spPr/>
    </dgm:pt>
    <dgm:pt modelId="{7F24048B-D835-4210-8CAC-4686F57D0635}" type="pres">
      <dgm:prSet presAssocID="{7E5CC5CE-1880-46B5-9B42-F7F75BB2A53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57BBDF3C-7269-49EA-8EBD-CC8D9CB007C6}" type="pres">
      <dgm:prSet presAssocID="{737ECE44-A002-40A7-8ABC-D3ADFB89ACA4}" presName="spacer" presStyleCnt="0"/>
      <dgm:spPr/>
    </dgm:pt>
    <dgm:pt modelId="{358F01F5-C4D5-4722-A0EC-35153B7F23F9}" type="pres">
      <dgm:prSet presAssocID="{1A190487-CB21-45D7-984E-326819F6EEC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1510D73-169D-4E27-8BE3-01826FE8BAE8}" type="pres">
      <dgm:prSet presAssocID="{1A190487-CB21-45D7-984E-326819F6EEC0}" presName="childText" presStyleLbl="revTx" presStyleIdx="0" presStyleCnt="4">
        <dgm:presLayoutVars>
          <dgm:bulletEnabled val="1"/>
        </dgm:presLayoutVars>
      </dgm:prSet>
      <dgm:spPr/>
    </dgm:pt>
    <dgm:pt modelId="{CCD7E1BE-4E0D-41DC-9F69-CBEF15E51580}" type="pres">
      <dgm:prSet presAssocID="{BB61594D-511E-47FB-981F-3A3A3FCD78B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F8E20E8-0497-4E65-85F4-AF5365E0CE7A}" type="pres">
      <dgm:prSet presAssocID="{BB61594D-511E-47FB-981F-3A3A3FCD78B4}" presName="childText" presStyleLbl="revTx" presStyleIdx="1" presStyleCnt="4">
        <dgm:presLayoutVars>
          <dgm:bulletEnabled val="1"/>
        </dgm:presLayoutVars>
      </dgm:prSet>
      <dgm:spPr/>
    </dgm:pt>
    <dgm:pt modelId="{299E679F-2C70-4752-9F50-65A394BFF1E6}" type="pres">
      <dgm:prSet presAssocID="{4036F200-DD9E-4071-95C0-C147B1A2576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3EF0169-A57F-4C98-A144-6756496D56FB}" type="pres">
      <dgm:prSet presAssocID="{4036F200-DD9E-4071-95C0-C147B1A2576D}" presName="childText" presStyleLbl="revTx" presStyleIdx="2" presStyleCnt="4">
        <dgm:presLayoutVars>
          <dgm:bulletEnabled val="1"/>
        </dgm:presLayoutVars>
      </dgm:prSet>
      <dgm:spPr/>
    </dgm:pt>
    <dgm:pt modelId="{25B8CEB3-4793-4957-810E-E4DFC940DCC5}" type="pres">
      <dgm:prSet presAssocID="{33889CC3-6620-4AA6-A632-DFFD774FBC0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56A9DB7-F8CB-453A-B8CF-D914AF1AFE73}" type="pres">
      <dgm:prSet presAssocID="{33889CC3-6620-4AA6-A632-DFFD774FBC0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D8A5A506-4FF2-400C-9CEE-7C1D9971F872}" type="presOf" srcId="{2A221D24-7A7F-40DB-B237-698DBD088303}" destId="{B56A9DB7-F8CB-453A-B8CF-D914AF1AFE73}" srcOrd="0" destOrd="0" presId="urn:microsoft.com/office/officeart/2005/8/layout/vList2"/>
    <dgm:cxn modelId="{C3280609-02B5-492D-8ADB-74A9121DC1F2}" srcId="{ECF5C16A-75BA-4189-91CC-DAFEF0FD9679}" destId="{4036F200-DD9E-4071-95C0-C147B1A2576D}" srcOrd="3" destOrd="0" parTransId="{706ACF05-08AB-4F71-BC35-F899917040AF}" sibTransId="{C8B8F3B4-9CA2-4852-9D85-F6F753C11F76}"/>
    <dgm:cxn modelId="{42AE9F10-64A5-4B3F-8ACC-42D46652A366}" type="presOf" srcId="{E649D2C9-71B1-4527-A704-34E54D990722}" destId="{6F8E20E8-0497-4E65-85F4-AF5365E0CE7A}" srcOrd="0" destOrd="0" presId="urn:microsoft.com/office/officeart/2005/8/layout/vList2"/>
    <dgm:cxn modelId="{ECDF6925-A23E-4962-870A-4485051AFCFA}" srcId="{33889CC3-6620-4AA6-A632-DFFD774FBC0C}" destId="{2A221D24-7A7F-40DB-B237-698DBD088303}" srcOrd="0" destOrd="0" parTransId="{757315F5-A3A0-40E3-A962-A409FA8A03A5}" sibTransId="{58194297-1470-4E43-AB5E-5484D333DA8C}"/>
    <dgm:cxn modelId="{77F07242-1A91-4840-A47D-56B04BFFA6EA}" srcId="{ECF5C16A-75BA-4189-91CC-DAFEF0FD9679}" destId="{BB61594D-511E-47FB-981F-3A3A3FCD78B4}" srcOrd="2" destOrd="0" parTransId="{91CB769A-D9A5-4694-BAF3-6241ED0EC42A}" sibTransId="{864FCC57-2FB2-4C01-86A9-6B178944D00C}"/>
    <dgm:cxn modelId="{C0B14768-628F-4CF3-8920-17E091775B2C}" type="presOf" srcId="{ECF5C16A-75BA-4189-91CC-DAFEF0FD9679}" destId="{FE34CBF7-9C61-4643-80E9-70429F9D3D83}" srcOrd="0" destOrd="0" presId="urn:microsoft.com/office/officeart/2005/8/layout/vList2"/>
    <dgm:cxn modelId="{2C4B4C58-D0C1-4933-9C43-263F8C73A219}" type="presOf" srcId="{33889CC3-6620-4AA6-A632-DFFD774FBC0C}" destId="{25B8CEB3-4793-4957-810E-E4DFC940DCC5}" srcOrd="0" destOrd="0" presId="urn:microsoft.com/office/officeart/2005/8/layout/vList2"/>
    <dgm:cxn modelId="{0C4A6D59-7A52-401C-80C4-7F0FB70BDDBE}" srcId="{BB61594D-511E-47FB-981F-3A3A3FCD78B4}" destId="{E649D2C9-71B1-4527-A704-34E54D990722}" srcOrd="0" destOrd="0" parTransId="{53AD75B8-013E-4CEB-BAD0-76189E82B592}" sibTransId="{CECE6FEC-86E8-4552-B6AB-215CE5EADE45}"/>
    <dgm:cxn modelId="{4F5BA57D-6A7F-44A1-BB0F-A3DFB6A3D48A}" srcId="{ECF5C16A-75BA-4189-91CC-DAFEF0FD9679}" destId="{1A190487-CB21-45D7-984E-326819F6EEC0}" srcOrd="1" destOrd="0" parTransId="{59B15B35-7233-4138-8E6E-AB305C534D24}" sibTransId="{730A5F69-3423-4747-B98D-949EE3821562}"/>
    <dgm:cxn modelId="{DBE88E8E-2FD6-4C66-896B-3E510500F133}" srcId="{ECF5C16A-75BA-4189-91CC-DAFEF0FD9679}" destId="{33889CC3-6620-4AA6-A632-DFFD774FBC0C}" srcOrd="4" destOrd="0" parTransId="{3DC52075-1364-42A4-8B67-5F8D244A5B6A}" sibTransId="{7D1B9699-CE43-4EB8-A440-EB1D845B87D8}"/>
    <dgm:cxn modelId="{AA46978E-B855-4D77-9305-F0EC5C22FFD8}" srcId="{ECF5C16A-75BA-4189-91CC-DAFEF0FD9679}" destId="{7E5CC5CE-1880-46B5-9B42-F7F75BB2A53A}" srcOrd="0" destOrd="0" parTransId="{83169C35-BD3B-4473-A573-B502ACFBC5A9}" sibTransId="{737ECE44-A002-40A7-8ABC-D3ADFB89ACA4}"/>
    <dgm:cxn modelId="{64E282A8-9BBB-4E38-BE41-86E3E0017850}" type="presOf" srcId="{1A190487-CB21-45D7-984E-326819F6EEC0}" destId="{358F01F5-C4D5-4722-A0EC-35153B7F23F9}" srcOrd="0" destOrd="0" presId="urn:microsoft.com/office/officeart/2005/8/layout/vList2"/>
    <dgm:cxn modelId="{8EAFE9B3-3120-4145-AE4D-613DE7D6A777}" srcId="{1A190487-CB21-45D7-984E-326819F6EEC0}" destId="{70D7B852-BC74-4A13-BE86-0BD155A46CF0}" srcOrd="0" destOrd="0" parTransId="{80CF9FDB-91F0-426E-9CDA-20339F450768}" sibTransId="{FA91174C-FF34-4C2C-BE4F-359E0A6453D3}"/>
    <dgm:cxn modelId="{D09331BD-11DB-41F3-A98E-E3A4530C483B}" type="presOf" srcId="{70D7B852-BC74-4A13-BE86-0BD155A46CF0}" destId="{F1510D73-169D-4E27-8BE3-01826FE8BAE8}" srcOrd="0" destOrd="0" presId="urn:microsoft.com/office/officeart/2005/8/layout/vList2"/>
    <dgm:cxn modelId="{C7831CCB-A9A3-4FA1-BB28-3B652CE4516B}" type="presOf" srcId="{BB61594D-511E-47FB-981F-3A3A3FCD78B4}" destId="{CCD7E1BE-4E0D-41DC-9F69-CBEF15E51580}" srcOrd="0" destOrd="0" presId="urn:microsoft.com/office/officeart/2005/8/layout/vList2"/>
    <dgm:cxn modelId="{8B6CCFDA-0211-4B63-AFFF-DDF883E05BF6}" type="presOf" srcId="{7E5CC5CE-1880-46B5-9B42-F7F75BB2A53A}" destId="{7F24048B-D835-4210-8CAC-4686F57D0635}" srcOrd="0" destOrd="0" presId="urn:microsoft.com/office/officeart/2005/8/layout/vList2"/>
    <dgm:cxn modelId="{C42415E1-21B6-45BC-B95A-CBE50022CF15}" type="presOf" srcId="{39E240C2-E194-422C-950F-E23894A1B3EF}" destId="{13EF0169-A57F-4C98-A144-6756496D56FB}" srcOrd="0" destOrd="0" presId="urn:microsoft.com/office/officeart/2005/8/layout/vList2"/>
    <dgm:cxn modelId="{4172C9F0-3561-4140-9EFD-AC59645F36C5}" type="presOf" srcId="{4036F200-DD9E-4071-95C0-C147B1A2576D}" destId="{299E679F-2C70-4752-9F50-65A394BFF1E6}" srcOrd="0" destOrd="0" presId="urn:microsoft.com/office/officeart/2005/8/layout/vList2"/>
    <dgm:cxn modelId="{FCBE85F9-DAD4-48F4-BEAF-3276C7586153}" srcId="{4036F200-DD9E-4071-95C0-C147B1A2576D}" destId="{39E240C2-E194-422C-950F-E23894A1B3EF}" srcOrd="0" destOrd="0" parTransId="{40D2FD91-5187-4FC0-9EC8-4B858A327ED0}" sibTransId="{91147C0E-1387-4DD2-BA76-9532220D27EA}"/>
    <dgm:cxn modelId="{4B8537A5-046C-4B1E-BC48-E6622734BB04}" type="presParOf" srcId="{FE34CBF7-9C61-4643-80E9-70429F9D3D83}" destId="{7F24048B-D835-4210-8CAC-4686F57D0635}" srcOrd="0" destOrd="0" presId="urn:microsoft.com/office/officeart/2005/8/layout/vList2"/>
    <dgm:cxn modelId="{43DF0868-C443-462C-8837-0A4B526224B1}" type="presParOf" srcId="{FE34CBF7-9C61-4643-80E9-70429F9D3D83}" destId="{57BBDF3C-7269-49EA-8EBD-CC8D9CB007C6}" srcOrd="1" destOrd="0" presId="urn:microsoft.com/office/officeart/2005/8/layout/vList2"/>
    <dgm:cxn modelId="{D1020D2B-37DF-458E-A42A-A0278D6A2F6E}" type="presParOf" srcId="{FE34CBF7-9C61-4643-80E9-70429F9D3D83}" destId="{358F01F5-C4D5-4722-A0EC-35153B7F23F9}" srcOrd="2" destOrd="0" presId="urn:microsoft.com/office/officeart/2005/8/layout/vList2"/>
    <dgm:cxn modelId="{A3174AB4-2288-452D-A012-5DCE5ED3406B}" type="presParOf" srcId="{FE34CBF7-9C61-4643-80E9-70429F9D3D83}" destId="{F1510D73-169D-4E27-8BE3-01826FE8BAE8}" srcOrd="3" destOrd="0" presId="urn:microsoft.com/office/officeart/2005/8/layout/vList2"/>
    <dgm:cxn modelId="{8663CA2D-62A3-4148-8BAB-1D5C5F93D189}" type="presParOf" srcId="{FE34CBF7-9C61-4643-80E9-70429F9D3D83}" destId="{CCD7E1BE-4E0D-41DC-9F69-CBEF15E51580}" srcOrd="4" destOrd="0" presId="urn:microsoft.com/office/officeart/2005/8/layout/vList2"/>
    <dgm:cxn modelId="{E13C401E-B7ED-4287-A9A6-EBFDAC082A0A}" type="presParOf" srcId="{FE34CBF7-9C61-4643-80E9-70429F9D3D83}" destId="{6F8E20E8-0497-4E65-85F4-AF5365E0CE7A}" srcOrd="5" destOrd="0" presId="urn:microsoft.com/office/officeart/2005/8/layout/vList2"/>
    <dgm:cxn modelId="{7A1292A3-234F-4215-956F-D75E819B7C70}" type="presParOf" srcId="{FE34CBF7-9C61-4643-80E9-70429F9D3D83}" destId="{299E679F-2C70-4752-9F50-65A394BFF1E6}" srcOrd="6" destOrd="0" presId="urn:microsoft.com/office/officeart/2005/8/layout/vList2"/>
    <dgm:cxn modelId="{60D5DAD0-80BA-4052-90AB-4AF60F6E020A}" type="presParOf" srcId="{FE34CBF7-9C61-4643-80E9-70429F9D3D83}" destId="{13EF0169-A57F-4C98-A144-6756496D56FB}" srcOrd="7" destOrd="0" presId="urn:microsoft.com/office/officeart/2005/8/layout/vList2"/>
    <dgm:cxn modelId="{DFF0C155-5368-45ED-8A76-80678A7A92E7}" type="presParOf" srcId="{FE34CBF7-9C61-4643-80E9-70429F9D3D83}" destId="{25B8CEB3-4793-4957-810E-E4DFC940DCC5}" srcOrd="8" destOrd="0" presId="urn:microsoft.com/office/officeart/2005/8/layout/vList2"/>
    <dgm:cxn modelId="{A93635C4-E1F8-4F0B-89DA-A586EF60816E}" type="presParOf" srcId="{FE34CBF7-9C61-4643-80E9-70429F9D3D83}" destId="{B56A9DB7-F8CB-453A-B8CF-D914AF1AFE73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7A0F08-BF17-464F-87AE-BBF449F272D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5064B8F-A88C-4270-87D3-0026DA4BA626}">
      <dgm:prSet custT="1"/>
      <dgm:spPr/>
      <dgm:t>
        <a:bodyPr/>
        <a:lstStyle/>
        <a:p>
          <a:r>
            <a:rPr lang="cs-CZ" sz="2400" noProof="0" dirty="0"/>
            <a:t>Načtení dat</a:t>
          </a:r>
        </a:p>
      </dgm:t>
    </dgm:pt>
    <dgm:pt modelId="{A739F5AD-2273-4D15-A7B8-640D34D704E8}" type="parTrans" cxnId="{10F500D6-A9E6-4205-B148-553B74C9F7DB}">
      <dgm:prSet/>
      <dgm:spPr/>
      <dgm:t>
        <a:bodyPr/>
        <a:lstStyle/>
        <a:p>
          <a:endParaRPr lang="en-GB"/>
        </a:p>
      </dgm:t>
    </dgm:pt>
    <dgm:pt modelId="{8BEFFCC9-EEC4-4C31-8988-D8F08F81B183}" type="sibTrans" cxnId="{10F500D6-A9E6-4205-B148-553B74C9F7DB}">
      <dgm:prSet/>
      <dgm:spPr/>
      <dgm:t>
        <a:bodyPr/>
        <a:lstStyle/>
        <a:p>
          <a:endParaRPr lang="en-GB"/>
        </a:p>
      </dgm:t>
    </dgm:pt>
    <dgm:pt modelId="{3E2874B6-96B9-4D31-AF91-309D8F6AF0EB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cs-CZ" sz="1600" noProof="0" dirty="0"/>
            <a:t>import dvou listů z Excelu: </a:t>
          </a:r>
          <a:r>
            <a:rPr lang="cs-CZ" sz="1600" i="1" noProof="0" dirty="0" err="1"/>
            <a:t>read_excel</a:t>
          </a:r>
          <a:r>
            <a:rPr lang="cs-CZ" sz="1600" i="1" noProof="0" dirty="0"/>
            <a:t>()</a:t>
          </a:r>
          <a:endParaRPr lang="cs-CZ" sz="1600" noProof="0" dirty="0"/>
        </a:p>
      </dgm:t>
    </dgm:pt>
    <dgm:pt modelId="{8F1971B0-1B48-418E-9A09-81FAA38EF3E1}" type="parTrans" cxnId="{049B70B6-06D1-4910-A842-558F8B5B96B6}">
      <dgm:prSet/>
      <dgm:spPr/>
      <dgm:t>
        <a:bodyPr/>
        <a:lstStyle/>
        <a:p>
          <a:endParaRPr lang="en-GB"/>
        </a:p>
      </dgm:t>
    </dgm:pt>
    <dgm:pt modelId="{1E5EE24F-5EC6-4DEA-8894-989F46AD51D6}" type="sibTrans" cxnId="{049B70B6-06D1-4910-A842-558F8B5B96B6}">
      <dgm:prSet/>
      <dgm:spPr/>
      <dgm:t>
        <a:bodyPr/>
        <a:lstStyle/>
        <a:p>
          <a:endParaRPr lang="en-GB"/>
        </a:p>
      </dgm:t>
    </dgm:pt>
    <dgm:pt modelId="{DEEF5FAE-C1E7-4DA3-BAD3-00E413275468}">
      <dgm:prSet custT="1"/>
      <dgm:spPr/>
      <dgm:t>
        <a:bodyPr/>
        <a:lstStyle/>
        <a:p>
          <a:r>
            <a:rPr lang="cs-CZ" sz="2400" noProof="0" dirty="0"/>
            <a:t>Agregace</a:t>
          </a:r>
          <a:endParaRPr lang="cs-CZ" sz="2800" noProof="0" dirty="0"/>
        </a:p>
      </dgm:t>
    </dgm:pt>
    <dgm:pt modelId="{E8920FA8-A80F-4FF9-8375-1563EC1A27B4}" type="parTrans" cxnId="{ADB025D4-F7F1-4B6A-A82B-780170E44502}">
      <dgm:prSet/>
      <dgm:spPr/>
      <dgm:t>
        <a:bodyPr/>
        <a:lstStyle/>
        <a:p>
          <a:endParaRPr lang="en-GB"/>
        </a:p>
      </dgm:t>
    </dgm:pt>
    <dgm:pt modelId="{2CE86B21-1428-4E29-AD28-26FCB013217F}" type="sibTrans" cxnId="{ADB025D4-F7F1-4B6A-A82B-780170E44502}">
      <dgm:prSet/>
      <dgm:spPr/>
      <dgm:t>
        <a:bodyPr/>
        <a:lstStyle/>
        <a:p>
          <a:endParaRPr lang="en-GB"/>
        </a:p>
      </dgm:t>
    </dgm:pt>
    <dgm:pt modelId="{E1C86F9C-195D-452A-8B85-03AD6993DA29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cs-CZ" sz="1600" noProof="0" dirty="0"/>
            <a:t>převedení čtvrtletních dat na roční průměry: </a:t>
          </a:r>
          <a:r>
            <a:rPr lang="cs-CZ" sz="1600" i="1" noProof="0" dirty="0" err="1"/>
            <a:t>groupby</a:t>
          </a:r>
          <a:r>
            <a:rPr lang="cs-CZ" sz="1600" i="1" noProof="0" dirty="0"/>
            <a:t>()</a:t>
          </a:r>
          <a:endParaRPr lang="cs-CZ" sz="1600" noProof="0" dirty="0"/>
        </a:p>
      </dgm:t>
    </dgm:pt>
    <dgm:pt modelId="{D9832B87-15C7-44F8-85B6-336812CF26EE}" type="parTrans" cxnId="{5C0CDB6A-26F2-4D1F-8562-4801EB6A2257}">
      <dgm:prSet/>
      <dgm:spPr/>
      <dgm:t>
        <a:bodyPr/>
        <a:lstStyle/>
        <a:p>
          <a:endParaRPr lang="en-GB"/>
        </a:p>
      </dgm:t>
    </dgm:pt>
    <dgm:pt modelId="{17933146-E21A-4B05-AF51-1B5783900A61}" type="sibTrans" cxnId="{5C0CDB6A-26F2-4D1F-8562-4801EB6A2257}">
      <dgm:prSet/>
      <dgm:spPr/>
      <dgm:t>
        <a:bodyPr/>
        <a:lstStyle/>
        <a:p>
          <a:endParaRPr lang="en-GB"/>
        </a:p>
      </dgm:t>
    </dgm:pt>
    <dgm:pt modelId="{E2B453FB-432F-4817-821A-184B531F7AA9}">
      <dgm:prSet custT="1"/>
      <dgm:spPr/>
      <dgm:t>
        <a:bodyPr/>
        <a:lstStyle/>
        <a:p>
          <a:r>
            <a:rPr lang="cs-CZ" sz="2400" noProof="0" dirty="0"/>
            <a:t>Spojení tabulek</a:t>
          </a:r>
        </a:p>
      </dgm:t>
    </dgm:pt>
    <dgm:pt modelId="{BDCA108D-6629-47A5-B37F-94772B858351}" type="parTrans" cxnId="{37219E21-3F0C-4129-A995-AE56B30C6E1F}">
      <dgm:prSet/>
      <dgm:spPr/>
      <dgm:t>
        <a:bodyPr/>
        <a:lstStyle/>
        <a:p>
          <a:endParaRPr lang="en-GB"/>
        </a:p>
      </dgm:t>
    </dgm:pt>
    <dgm:pt modelId="{9C4FCC30-3DE2-44EA-8EAB-B6C49CAFD8F7}" type="sibTrans" cxnId="{37219E21-3F0C-4129-A995-AE56B30C6E1F}">
      <dgm:prSet/>
      <dgm:spPr/>
      <dgm:t>
        <a:bodyPr/>
        <a:lstStyle/>
        <a:p>
          <a:endParaRPr lang="en-GB"/>
        </a:p>
      </dgm:t>
    </dgm:pt>
    <dgm:pt modelId="{CCE47A24-AA59-426F-A183-15B660684B89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cs-CZ" sz="1600" noProof="0" dirty="0"/>
            <a:t>sloučení dat do jedné tabulky podle roku: </a:t>
          </a:r>
          <a:r>
            <a:rPr lang="cs-CZ" sz="1600" i="1" noProof="0" dirty="0" err="1"/>
            <a:t>merge</a:t>
          </a:r>
          <a:r>
            <a:rPr lang="cs-CZ" sz="1600" i="1" noProof="0" dirty="0"/>
            <a:t>()</a:t>
          </a:r>
          <a:endParaRPr lang="cs-CZ" sz="1600" noProof="0" dirty="0"/>
        </a:p>
      </dgm:t>
    </dgm:pt>
    <dgm:pt modelId="{19AE06B6-316D-4EC7-94B5-192576FB9E5B}" type="parTrans" cxnId="{11AE4FB2-2108-4DEF-BE32-EAA608D3D3BE}">
      <dgm:prSet/>
      <dgm:spPr/>
      <dgm:t>
        <a:bodyPr/>
        <a:lstStyle/>
        <a:p>
          <a:endParaRPr lang="en-GB"/>
        </a:p>
      </dgm:t>
    </dgm:pt>
    <dgm:pt modelId="{FD6DD1DC-6895-45C0-8AF9-E555627DE52B}" type="sibTrans" cxnId="{11AE4FB2-2108-4DEF-BE32-EAA608D3D3BE}">
      <dgm:prSet/>
      <dgm:spPr/>
      <dgm:t>
        <a:bodyPr/>
        <a:lstStyle/>
        <a:p>
          <a:endParaRPr lang="en-GB"/>
        </a:p>
      </dgm:t>
    </dgm:pt>
    <dgm:pt modelId="{6949CA14-12C4-43F2-894A-7A906F766446}">
      <dgm:prSet custT="1"/>
      <dgm:spPr/>
      <dgm:t>
        <a:bodyPr/>
        <a:lstStyle/>
        <a:p>
          <a:r>
            <a:rPr lang="cs-CZ" sz="2400" noProof="0" dirty="0"/>
            <a:t>Očištění o inflaci</a:t>
          </a:r>
        </a:p>
      </dgm:t>
    </dgm:pt>
    <dgm:pt modelId="{86619CD0-AFD2-4FE5-A786-BA62284A294D}" type="parTrans" cxnId="{0C4071E0-B707-4F46-BE00-ECED221E1D20}">
      <dgm:prSet/>
      <dgm:spPr/>
      <dgm:t>
        <a:bodyPr/>
        <a:lstStyle/>
        <a:p>
          <a:endParaRPr lang="en-GB"/>
        </a:p>
      </dgm:t>
    </dgm:pt>
    <dgm:pt modelId="{B61B90EE-30AC-4902-BFCC-43F35926C78A}" type="sibTrans" cxnId="{0C4071E0-B707-4F46-BE00-ECED221E1D20}">
      <dgm:prSet/>
      <dgm:spPr/>
      <dgm:t>
        <a:bodyPr/>
        <a:lstStyle/>
        <a:p>
          <a:endParaRPr lang="en-GB"/>
        </a:p>
      </dgm:t>
    </dgm:pt>
    <dgm:pt modelId="{95135776-7F0E-4FF4-82A6-79E1B51B15FD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cs-CZ" sz="1600" noProof="0" dirty="0"/>
            <a:t>výpočet Real </a:t>
          </a:r>
          <a:r>
            <a:rPr lang="cs-CZ" sz="1600" noProof="0" dirty="0" err="1"/>
            <a:t>Home</a:t>
          </a:r>
          <a:r>
            <a:rPr lang="cs-CZ" sz="1600" noProof="0" dirty="0"/>
            <a:t> </a:t>
          </a:r>
          <a:r>
            <a:rPr lang="cs-CZ" sz="1600" noProof="0" dirty="0" err="1"/>
            <a:t>Price</a:t>
          </a:r>
          <a:r>
            <a:rPr lang="cs-CZ" sz="1600" noProof="0" dirty="0"/>
            <a:t> Index</a:t>
          </a:r>
        </a:p>
      </dgm:t>
    </dgm:pt>
    <dgm:pt modelId="{4C8D7FBB-13D6-4788-9C08-A1D4FEE73E1F}" type="parTrans" cxnId="{BDE6CB23-1016-4EF2-A6DA-961E12CCA69F}">
      <dgm:prSet/>
      <dgm:spPr/>
      <dgm:t>
        <a:bodyPr/>
        <a:lstStyle/>
        <a:p>
          <a:endParaRPr lang="en-GB"/>
        </a:p>
      </dgm:t>
    </dgm:pt>
    <dgm:pt modelId="{5B19B5DB-B23C-4C94-BBD2-D521747D6E22}" type="sibTrans" cxnId="{BDE6CB23-1016-4EF2-A6DA-961E12CCA69F}">
      <dgm:prSet/>
      <dgm:spPr/>
      <dgm:t>
        <a:bodyPr/>
        <a:lstStyle/>
        <a:p>
          <a:endParaRPr lang="en-GB"/>
        </a:p>
      </dgm:t>
    </dgm:pt>
    <dgm:pt modelId="{D64B5D8F-F62B-4151-80D1-47C21A705C63}">
      <dgm:prSet custT="1"/>
      <dgm:spPr/>
      <dgm:t>
        <a:bodyPr/>
        <a:lstStyle/>
        <a:p>
          <a:r>
            <a:rPr lang="cs-CZ" sz="2800" noProof="0" dirty="0"/>
            <a:t>Formátování a graf</a:t>
          </a:r>
        </a:p>
      </dgm:t>
    </dgm:pt>
    <dgm:pt modelId="{C22F0804-24C1-477A-A362-E0A1CC74E94D}" type="parTrans" cxnId="{8892055D-A696-49D4-BB51-050F2FF10D6F}">
      <dgm:prSet/>
      <dgm:spPr/>
      <dgm:t>
        <a:bodyPr/>
        <a:lstStyle/>
        <a:p>
          <a:endParaRPr lang="en-GB"/>
        </a:p>
      </dgm:t>
    </dgm:pt>
    <dgm:pt modelId="{A978EF20-B5A7-4EA5-8BD2-9688A05F5AF2}" type="sibTrans" cxnId="{8892055D-A696-49D4-BB51-050F2FF10D6F}">
      <dgm:prSet/>
      <dgm:spPr/>
      <dgm:t>
        <a:bodyPr/>
        <a:lstStyle/>
        <a:p>
          <a:endParaRPr lang="en-GB"/>
        </a:p>
      </dgm:t>
    </dgm:pt>
    <dgm:pt modelId="{4645D46F-69F6-4244-8D9F-9F9E571EDE7D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cs-CZ" sz="1600" noProof="0" dirty="0"/>
            <a:t>odstranění nepotřebných sloupců, přejmenování, nastavení pořadí: </a:t>
          </a:r>
          <a:r>
            <a:rPr lang="cs-CZ" sz="1600" i="1" noProof="0" dirty="0"/>
            <a:t>drop(), </a:t>
          </a:r>
          <a:r>
            <a:rPr lang="cs-CZ" sz="1600" i="1" noProof="0" dirty="0" err="1"/>
            <a:t>rename</a:t>
          </a:r>
          <a:r>
            <a:rPr lang="cs-CZ" sz="1600" i="1" noProof="0" dirty="0"/>
            <a:t>(), </a:t>
          </a:r>
          <a:r>
            <a:rPr lang="cs-CZ" sz="1600" i="1" noProof="0" dirty="0" err="1"/>
            <a:t>set_index</a:t>
          </a:r>
          <a:r>
            <a:rPr lang="cs-CZ" sz="1600" i="1" noProof="0" dirty="0"/>
            <a:t>(); </a:t>
          </a:r>
          <a:r>
            <a:rPr lang="cs-CZ" sz="1600" i="0" noProof="0" dirty="0"/>
            <a:t>graf (</a:t>
          </a:r>
          <a:r>
            <a:rPr lang="cs-CZ" sz="1600" i="1" noProof="0" dirty="0" err="1"/>
            <a:t>matplotlib</a:t>
          </a:r>
          <a:r>
            <a:rPr lang="cs-CZ" sz="1600" i="0" noProof="0" dirty="0"/>
            <a:t>)</a:t>
          </a:r>
          <a:endParaRPr lang="cs-CZ" sz="1600" noProof="0" dirty="0"/>
        </a:p>
      </dgm:t>
    </dgm:pt>
    <dgm:pt modelId="{347D12EB-F41D-4AE2-8449-1FED750701EB}" type="parTrans" cxnId="{C93ECF37-0450-4446-889A-42B8102990B8}">
      <dgm:prSet/>
      <dgm:spPr/>
      <dgm:t>
        <a:bodyPr/>
        <a:lstStyle/>
        <a:p>
          <a:endParaRPr lang="en-GB"/>
        </a:p>
      </dgm:t>
    </dgm:pt>
    <dgm:pt modelId="{CB9D8910-4888-44AB-BD1A-1F07275BFA65}" type="sibTrans" cxnId="{C93ECF37-0450-4446-889A-42B8102990B8}">
      <dgm:prSet/>
      <dgm:spPr/>
      <dgm:t>
        <a:bodyPr/>
        <a:lstStyle/>
        <a:p>
          <a:endParaRPr lang="en-GB"/>
        </a:p>
      </dgm:t>
    </dgm:pt>
    <dgm:pt modelId="{0C9CA615-DDEE-4D68-A334-DE2D3D0ECB33}">
      <dgm:prSet custT="1"/>
      <dgm:spPr/>
      <dgm:t>
        <a:bodyPr/>
        <a:lstStyle/>
        <a:p>
          <a:r>
            <a:rPr lang="cs-CZ" sz="2400" b="0" noProof="0" dirty="0"/>
            <a:t>Python v </a:t>
          </a:r>
          <a:r>
            <a:rPr lang="cs-CZ" sz="2400" b="0" noProof="0" dirty="0" err="1"/>
            <a:t>Jupyteru</a:t>
          </a:r>
          <a:r>
            <a:rPr lang="cs-CZ" sz="2400" b="0" noProof="0" dirty="0"/>
            <a:t> Notebook (</a:t>
          </a:r>
          <a:r>
            <a:rPr lang="cs-CZ" sz="2400" b="0" noProof="0" dirty="0" err="1"/>
            <a:t>Pandas</a:t>
          </a:r>
          <a:r>
            <a:rPr lang="cs-CZ" sz="2400" b="0" noProof="0" dirty="0"/>
            <a:t>, </a:t>
          </a:r>
          <a:r>
            <a:rPr lang="cs-CZ" sz="2400" b="0" noProof="0" dirty="0" err="1"/>
            <a:t>openpyxl</a:t>
          </a:r>
          <a:r>
            <a:rPr lang="cs-CZ" sz="2400" b="0" noProof="0" dirty="0"/>
            <a:t>, </a:t>
          </a:r>
          <a:r>
            <a:rPr lang="cs-CZ" sz="2400" b="0" noProof="0" dirty="0" err="1"/>
            <a:t>matplotlib</a:t>
          </a:r>
          <a:r>
            <a:rPr lang="cs-CZ" sz="2400" b="0" noProof="0" dirty="0"/>
            <a:t>)</a:t>
          </a:r>
        </a:p>
      </dgm:t>
    </dgm:pt>
    <dgm:pt modelId="{B966E322-9DA5-4556-893C-FCCB385933FB}" type="parTrans" cxnId="{4745CFBE-E368-4520-8089-2690F4A25283}">
      <dgm:prSet/>
      <dgm:spPr/>
      <dgm:t>
        <a:bodyPr/>
        <a:lstStyle/>
        <a:p>
          <a:endParaRPr lang="en-GB"/>
        </a:p>
      </dgm:t>
    </dgm:pt>
    <dgm:pt modelId="{173823DE-21AE-44FF-A749-1C3CB24451D3}" type="sibTrans" cxnId="{4745CFBE-E368-4520-8089-2690F4A25283}">
      <dgm:prSet/>
      <dgm:spPr/>
      <dgm:t>
        <a:bodyPr/>
        <a:lstStyle/>
        <a:p>
          <a:endParaRPr lang="en-GB"/>
        </a:p>
      </dgm:t>
    </dgm:pt>
    <dgm:pt modelId="{D1624C56-36C1-4DB1-B49F-CE343B8B8E11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cs-CZ" sz="1600" noProof="0" dirty="0"/>
            <a:t>RHPI je lepší sledovat, protože zohledňuje změnu cenové hladiny</a:t>
          </a:r>
        </a:p>
      </dgm:t>
    </dgm:pt>
    <dgm:pt modelId="{E3C61AC4-A163-4AC9-BAD5-10710A7B29AC}" type="parTrans" cxnId="{3754FBDE-973D-4477-8971-B25FFB1F6A9E}">
      <dgm:prSet/>
      <dgm:spPr/>
      <dgm:t>
        <a:bodyPr/>
        <a:lstStyle/>
        <a:p>
          <a:endParaRPr lang="en-GB"/>
        </a:p>
      </dgm:t>
    </dgm:pt>
    <dgm:pt modelId="{46DF2333-4B7D-4938-95B5-429ACA03BA16}" type="sibTrans" cxnId="{3754FBDE-973D-4477-8971-B25FFB1F6A9E}">
      <dgm:prSet/>
      <dgm:spPr/>
      <dgm:t>
        <a:bodyPr/>
        <a:lstStyle/>
        <a:p>
          <a:endParaRPr lang="en-GB"/>
        </a:p>
      </dgm:t>
    </dgm:pt>
    <dgm:pt modelId="{2D6199EB-D733-4790-8578-F942E19A41EE}" type="pres">
      <dgm:prSet presAssocID="{177A0F08-BF17-464F-87AE-BBF449F272D5}" presName="Name0" presStyleCnt="0">
        <dgm:presLayoutVars>
          <dgm:dir/>
          <dgm:animLvl val="lvl"/>
          <dgm:resizeHandles val="exact"/>
        </dgm:presLayoutVars>
      </dgm:prSet>
      <dgm:spPr/>
    </dgm:pt>
    <dgm:pt modelId="{B7A4637C-8C05-4F96-AB77-4BFE3CB17A92}" type="pres">
      <dgm:prSet presAssocID="{0C9CA615-DDEE-4D68-A334-DE2D3D0ECB33}" presName="linNode" presStyleCnt="0"/>
      <dgm:spPr/>
    </dgm:pt>
    <dgm:pt modelId="{E7041568-F3BF-4109-A5E9-FE78460FDE77}" type="pres">
      <dgm:prSet presAssocID="{0C9CA615-DDEE-4D68-A334-DE2D3D0ECB33}" presName="parentText" presStyleLbl="node1" presStyleIdx="0" presStyleCnt="6" custScaleX="277778">
        <dgm:presLayoutVars>
          <dgm:chMax val="1"/>
          <dgm:bulletEnabled val="1"/>
        </dgm:presLayoutVars>
      </dgm:prSet>
      <dgm:spPr/>
    </dgm:pt>
    <dgm:pt modelId="{A73D10AF-2EAC-4511-AD59-BE0C9C93A698}" type="pres">
      <dgm:prSet presAssocID="{173823DE-21AE-44FF-A749-1C3CB24451D3}" presName="sp" presStyleCnt="0"/>
      <dgm:spPr/>
    </dgm:pt>
    <dgm:pt modelId="{52CA13A3-C3A0-4C25-94C9-716150098464}" type="pres">
      <dgm:prSet presAssocID="{E5064B8F-A88C-4270-87D3-0026DA4BA626}" presName="linNode" presStyleCnt="0"/>
      <dgm:spPr/>
    </dgm:pt>
    <dgm:pt modelId="{FA052565-9216-4704-BFEA-97679F8F3CEA}" type="pres">
      <dgm:prSet presAssocID="{E5064B8F-A88C-4270-87D3-0026DA4BA626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D235F915-18F6-44B9-A18B-93A2E1AB38E4}" type="pres">
      <dgm:prSet presAssocID="{E5064B8F-A88C-4270-87D3-0026DA4BA626}" presName="descendantText" presStyleLbl="alignAccFollowNode1" presStyleIdx="0" presStyleCnt="5">
        <dgm:presLayoutVars>
          <dgm:bulletEnabled val="1"/>
        </dgm:presLayoutVars>
      </dgm:prSet>
      <dgm:spPr/>
    </dgm:pt>
    <dgm:pt modelId="{1C79251E-0E87-4D54-8190-C2BB59A3CE5B}" type="pres">
      <dgm:prSet presAssocID="{8BEFFCC9-EEC4-4C31-8988-D8F08F81B183}" presName="sp" presStyleCnt="0"/>
      <dgm:spPr/>
    </dgm:pt>
    <dgm:pt modelId="{D01CE8F7-0EE8-4D52-BE34-C368BEE1FB1A}" type="pres">
      <dgm:prSet presAssocID="{DEEF5FAE-C1E7-4DA3-BAD3-00E413275468}" presName="linNode" presStyleCnt="0"/>
      <dgm:spPr/>
    </dgm:pt>
    <dgm:pt modelId="{F8E839F6-D232-4C7E-9409-6943E017FD00}" type="pres">
      <dgm:prSet presAssocID="{DEEF5FAE-C1E7-4DA3-BAD3-00E413275468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7EC269F9-9840-489A-940A-F0A923508EFB}" type="pres">
      <dgm:prSet presAssocID="{DEEF5FAE-C1E7-4DA3-BAD3-00E413275468}" presName="descendantText" presStyleLbl="alignAccFollowNode1" presStyleIdx="1" presStyleCnt="5">
        <dgm:presLayoutVars>
          <dgm:bulletEnabled val="1"/>
        </dgm:presLayoutVars>
      </dgm:prSet>
      <dgm:spPr/>
    </dgm:pt>
    <dgm:pt modelId="{13A88E7C-24B2-48C1-A488-520E8AE20A49}" type="pres">
      <dgm:prSet presAssocID="{2CE86B21-1428-4E29-AD28-26FCB013217F}" presName="sp" presStyleCnt="0"/>
      <dgm:spPr/>
    </dgm:pt>
    <dgm:pt modelId="{0453D0D8-2041-4B2B-96A3-751780EE87F7}" type="pres">
      <dgm:prSet presAssocID="{E2B453FB-432F-4817-821A-184B531F7AA9}" presName="linNode" presStyleCnt="0"/>
      <dgm:spPr/>
    </dgm:pt>
    <dgm:pt modelId="{2AFBFA94-4733-4EF3-91FA-8BE90B4F3A83}" type="pres">
      <dgm:prSet presAssocID="{E2B453FB-432F-4817-821A-184B531F7AA9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A53984FC-2110-44FC-8FC2-3E987914FBD2}" type="pres">
      <dgm:prSet presAssocID="{E2B453FB-432F-4817-821A-184B531F7AA9}" presName="descendantText" presStyleLbl="alignAccFollowNode1" presStyleIdx="2" presStyleCnt="5">
        <dgm:presLayoutVars>
          <dgm:bulletEnabled val="1"/>
        </dgm:presLayoutVars>
      </dgm:prSet>
      <dgm:spPr/>
    </dgm:pt>
    <dgm:pt modelId="{31B9FEE2-51A6-43B4-9787-0D2A1DAC1E1E}" type="pres">
      <dgm:prSet presAssocID="{9C4FCC30-3DE2-44EA-8EAB-B6C49CAFD8F7}" presName="sp" presStyleCnt="0"/>
      <dgm:spPr/>
    </dgm:pt>
    <dgm:pt modelId="{4CEE65F8-D742-4189-A527-48696D47A51E}" type="pres">
      <dgm:prSet presAssocID="{6949CA14-12C4-43F2-894A-7A906F766446}" presName="linNode" presStyleCnt="0"/>
      <dgm:spPr/>
    </dgm:pt>
    <dgm:pt modelId="{3E99E247-1E8B-4031-AF91-32580EF58DB0}" type="pres">
      <dgm:prSet presAssocID="{6949CA14-12C4-43F2-894A-7A906F766446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FC25D59D-DDCE-45C3-8D87-7E67AD922E88}" type="pres">
      <dgm:prSet presAssocID="{6949CA14-12C4-43F2-894A-7A906F766446}" presName="descendantText" presStyleLbl="alignAccFollowNode1" presStyleIdx="3" presStyleCnt="5">
        <dgm:presLayoutVars>
          <dgm:bulletEnabled val="1"/>
        </dgm:presLayoutVars>
      </dgm:prSet>
      <dgm:spPr/>
    </dgm:pt>
    <dgm:pt modelId="{E42DD84B-3A6D-472D-ABFD-86C1D03F7B1A}" type="pres">
      <dgm:prSet presAssocID="{B61B90EE-30AC-4902-BFCC-43F35926C78A}" presName="sp" presStyleCnt="0"/>
      <dgm:spPr/>
    </dgm:pt>
    <dgm:pt modelId="{E7F9D0C8-0F13-43F3-B14E-85E7E2842C5C}" type="pres">
      <dgm:prSet presAssocID="{D64B5D8F-F62B-4151-80D1-47C21A705C63}" presName="linNode" presStyleCnt="0"/>
      <dgm:spPr/>
    </dgm:pt>
    <dgm:pt modelId="{289F5D19-EE70-4050-A4F2-0CA589EA85D8}" type="pres">
      <dgm:prSet presAssocID="{D64B5D8F-F62B-4151-80D1-47C21A705C63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4ADBA8B0-0E65-4E05-A2A0-EDF1CEF1A135}" type="pres">
      <dgm:prSet presAssocID="{D64B5D8F-F62B-4151-80D1-47C21A705C63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37219E21-3F0C-4129-A995-AE56B30C6E1F}" srcId="{177A0F08-BF17-464F-87AE-BBF449F272D5}" destId="{E2B453FB-432F-4817-821A-184B531F7AA9}" srcOrd="3" destOrd="0" parTransId="{BDCA108D-6629-47A5-B37F-94772B858351}" sibTransId="{9C4FCC30-3DE2-44EA-8EAB-B6C49CAFD8F7}"/>
    <dgm:cxn modelId="{BDE6CB23-1016-4EF2-A6DA-961E12CCA69F}" srcId="{6949CA14-12C4-43F2-894A-7A906F766446}" destId="{95135776-7F0E-4FF4-82A6-79E1B51B15FD}" srcOrd="0" destOrd="0" parTransId="{4C8D7FBB-13D6-4788-9C08-A1D4FEE73E1F}" sibTransId="{5B19B5DB-B23C-4C94-BBD2-D521747D6E22}"/>
    <dgm:cxn modelId="{2511082D-D726-439B-AC76-C8E7A8E88765}" type="presOf" srcId="{E5064B8F-A88C-4270-87D3-0026DA4BA626}" destId="{FA052565-9216-4704-BFEA-97679F8F3CEA}" srcOrd="0" destOrd="0" presId="urn:microsoft.com/office/officeart/2005/8/layout/vList5"/>
    <dgm:cxn modelId="{309CB630-890E-40B0-BD5F-3260B0FBB095}" type="presOf" srcId="{E2B453FB-432F-4817-821A-184B531F7AA9}" destId="{2AFBFA94-4733-4EF3-91FA-8BE90B4F3A83}" srcOrd="0" destOrd="0" presId="urn:microsoft.com/office/officeart/2005/8/layout/vList5"/>
    <dgm:cxn modelId="{A8F3AA33-2C93-46DA-96D9-F725E96D93BA}" type="presOf" srcId="{4645D46F-69F6-4244-8D9F-9F9E571EDE7D}" destId="{4ADBA8B0-0E65-4E05-A2A0-EDF1CEF1A135}" srcOrd="0" destOrd="0" presId="urn:microsoft.com/office/officeart/2005/8/layout/vList5"/>
    <dgm:cxn modelId="{EB469A35-0CC1-417B-B597-6991C221A961}" type="presOf" srcId="{CCE47A24-AA59-426F-A183-15B660684B89}" destId="{A53984FC-2110-44FC-8FC2-3E987914FBD2}" srcOrd="0" destOrd="0" presId="urn:microsoft.com/office/officeart/2005/8/layout/vList5"/>
    <dgm:cxn modelId="{C93ECF37-0450-4446-889A-42B8102990B8}" srcId="{D64B5D8F-F62B-4151-80D1-47C21A705C63}" destId="{4645D46F-69F6-4244-8D9F-9F9E571EDE7D}" srcOrd="0" destOrd="0" parTransId="{347D12EB-F41D-4AE2-8449-1FED750701EB}" sibTransId="{CB9D8910-4888-44AB-BD1A-1F07275BFA65}"/>
    <dgm:cxn modelId="{8892055D-A696-49D4-BB51-050F2FF10D6F}" srcId="{177A0F08-BF17-464F-87AE-BBF449F272D5}" destId="{D64B5D8F-F62B-4151-80D1-47C21A705C63}" srcOrd="5" destOrd="0" parTransId="{C22F0804-24C1-477A-A362-E0A1CC74E94D}" sibTransId="{A978EF20-B5A7-4EA5-8BD2-9688A05F5AF2}"/>
    <dgm:cxn modelId="{07995742-0FC9-4DA7-B682-DCB91F236734}" type="presOf" srcId="{D1624C56-36C1-4DB1-B49F-CE343B8B8E11}" destId="{FC25D59D-DDCE-45C3-8D87-7E67AD922E88}" srcOrd="0" destOrd="1" presId="urn:microsoft.com/office/officeart/2005/8/layout/vList5"/>
    <dgm:cxn modelId="{2CE61066-69B8-4EC9-8D24-58855FA1E90F}" type="presOf" srcId="{E1C86F9C-195D-452A-8B85-03AD6993DA29}" destId="{7EC269F9-9840-489A-940A-F0A923508EFB}" srcOrd="0" destOrd="0" presId="urn:microsoft.com/office/officeart/2005/8/layout/vList5"/>
    <dgm:cxn modelId="{8C1C414A-53D1-47BB-A438-C0B4EF15F328}" type="presOf" srcId="{D64B5D8F-F62B-4151-80D1-47C21A705C63}" destId="{289F5D19-EE70-4050-A4F2-0CA589EA85D8}" srcOrd="0" destOrd="0" presId="urn:microsoft.com/office/officeart/2005/8/layout/vList5"/>
    <dgm:cxn modelId="{5C0CDB6A-26F2-4D1F-8562-4801EB6A2257}" srcId="{DEEF5FAE-C1E7-4DA3-BAD3-00E413275468}" destId="{E1C86F9C-195D-452A-8B85-03AD6993DA29}" srcOrd="0" destOrd="0" parTransId="{D9832B87-15C7-44F8-85B6-336812CF26EE}" sibTransId="{17933146-E21A-4B05-AF51-1B5783900A61}"/>
    <dgm:cxn modelId="{EDDA1C8C-BA6F-42A7-8984-A35DEBD2E5D1}" type="presOf" srcId="{3E2874B6-96B9-4D31-AF91-309D8F6AF0EB}" destId="{D235F915-18F6-44B9-A18B-93A2E1AB38E4}" srcOrd="0" destOrd="0" presId="urn:microsoft.com/office/officeart/2005/8/layout/vList5"/>
    <dgm:cxn modelId="{A8C953A0-83DD-4C69-B3C7-1875543E9DFA}" type="presOf" srcId="{6949CA14-12C4-43F2-894A-7A906F766446}" destId="{3E99E247-1E8B-4031-AF91-32580EF58DB0}" srcOrd="0" destOrd="0" presId="urn:microsoft.com/office/officeart/2005/8/layout/vList5"/>
    <dgm:cxn modelId="{11AE4FB2-2108-4DEF-BE32-EAA608D3D3BE}" srcId="{E2B453FB-432F-4817-821A-184B531F7AA9}" destId="{CCE47A24-AA59-426F-A183-15B660684B89}" srcOrd="0" destOrd="0" parTransId="{19AE06B6-316D-4EC7-94B5-192576FB9E5B}" sibTransId="{FD6DD1DC-6895-45C0-8AF9-E555627DE52B}"/>
    <dgm:cxn modelId="{049B70B6-06D1-4910-A842-558F8B5B96B6}" srcId="{E5064B8F-A88C-4270-87D3-0026DA4BA626}" destId="{3E2874B6-96B9-4D31-AF91-309D8F6AF0EB}" srcOrd="0" destOrd="0" parTransId="{8F1971B0-1B48-418E-9A09-81FAA38EF3E1}" sibTransId="{1E5EE24F-5EC6-4DEA-8894-989F46AD51D6}"/>
    <dgm:cxn modelId="{4745CFBE-E368-4520-8089-2690F4A25283}" srcId="{177A0F08-BF17-464F-87AE-BBF449F272D5}" destId="{0C9CA615-DDEE-4D68-A334-DE2D3D0ECB33}" srcOrd="0" destOrd="0" parTransId="{B966E322-9DA5-4556-893C-FCCB385933FB}" sibTransId="{173823DE-21AE-44FF-A749-1C3CB24451D3}"/>
    <dgm:cxn modelId="{4F8CD3C0-1B3F-41D3-8C48-39BA00614036}" type="presOf" srcId="{DEEF5FAE-C1E7-4DA3-BAD3-00E413275468}" destId="{F8E839F6-D232-4C7E-9409-6943E017FD00}" srcOrd="0" destOrd="0" presId="urn:microsoft.com/office/officeart/2005/8/layout/vList5"/>
    <dgm:cxn modelId="{ADB025D4-F7F1-4B6A-A82B-780170E44502}" srcId="{177A0F08-BF17-464F-87AE-BBF449F272D5}" destId="{DEEF5FAE-C1E7-4DA3-BAD3-00E413275468}" srcOrd="2" destOrd="0" parTransId="{E8920FA8-A80F-4FF9-8375-1563EC1A27B4}" sibTransId="{2CE86B21-1428-4E29-AD28-26FCB013217F}"/>
    <dgm:cxn modelId="{10F500D6-A9E6-4205-B148-553B74C9F7DB}" srcId="{177A0F08-BF17-464F-87AE-BBF449F272D5}" destId="{E5064B8F-A88C-4270-87D3-0026DA4BA626}" srcOrd="1" destOrd="0" parTransId="{A739F5AD-2273-4D15-A7B8-640D34D704E8}" sibTransId="{8BEFFCC9-EEC4-4C31-8988-D8F08F81B183}"/>
    <dgm:cxn modelId="{89B183D8-6DA0-45C5-9979-7C5B21039714}" type="presOf" srcId="{0C9CA615-DDEE-4D68-A334-DE2D3D0ECB33}" destId="{E7041568-F3BF-4109-A5E9-FE78460FDE77}" srcOrd="0" destOrd="0" presId="urn:microsoft.com/office/officeart/2005/8/layout/vList5"/>
    <dgm:cxn modelId="{3754FBDE-973D-4477-8971-B25FFB1F6A9E}" srcId="{6949CA14-12C4-43F2-894A-7A906F766446}" destId="{D1624C56-36C1-4DB1-B49F-CE343B8B8E11}" srcOrd="1" destOrd="0" parTransId="{E3C61AC4-A163-4AC9-BAD5-10710A7B29AC}" sibTransId="{46DF2333-4B7D-4938-95B5-429ACA03BA16}"/>
    <dgm:cxn modelId="{0C4071E0-B707-4F46-BE00-ECED221E1D20}" srcId="{177A0F08-BF17-464F-87AE-BBF449F272D5}" destId="{6949CA14-12C4-43F2-894A-7A906F766446}" srcOrd="4" destOrd="0" parTransId="{86619CD0-AFD2-4FE5-A786-BA62284A294D}" sibTransId="{B61B90EE-30AC-4902-BFCC-43F35926C78A}"/>
    <dgm:cxn modelId="{875C5EEB-ECE2-4A68-BCAE-CEDEFFC14D6C}" type="presOf" srcId="{95135776-7F0E-4FF4-82A6-79E1B51B15FD}" destId="{FC25D59D-DDCE-45C3-8D87-7E67AD922E88}" srcOrd="0" destOrd="0" presId="urn:microsoft.com/office/officeart/2005/8/layout/vList5"/>
    <dgm:cxn modelId="{3041A3ED-D189-40A3-9551-6134D2A37E37}" type="presOf" srcId="{177A0F08-BF17-464F-87AE-BBF449F272D5}" destId="{2D6199EB-D733-4790-8578-F942E19A41EE}" srcOrd="0" destOrd="0" presId="urn:microsoft.com/office/officeart/2005/8/layout/vList5"/>
    <dgm:cxn modelId="{3210E0DA-80FD-4425-A75A-496A02882558}" type="presParOf" srcId="{2D6199EB-D733-4790-8578-F942E19A41EE}" destId="{B7A4637C-8C05-4F96-AB77-4BFE3CB17A92}" srcOrd="0" destOrd="0" presId="urn:microsoft.com/office/officeart/2005/8/layout/vList5"/>
    <dgm:cxn modelId="{757DD265-DACD-46AA-B248-209BB7B98A9C}" type="presParOf" srcId="{B7A4637C-8C05-4F96-AB77-4BFE3CB17A92}" destId="{E7041568-F3BF-4109-A5E9-FE78460FDE77}" srcOrd="0" destOrd="0" presId="urn:microsoft.com/office/officeart/2005/8/layout/vList5"/>
    <dgm:cxn modelId="{98899D2C-51EB-4CD6-8FAF-E83A8A3E1D91}" type="presParOf" srcId="{2D6199EB-D733-4790-8578-F942E19A41EE}" destId="{A73D10AF-2EAC-4511-AD59-BE0C9C93A698}" srcOrd="1" destOrd="0" presId="urn:microsoft.com/office/officeart/2005/8/layout/vList5"/>
    <dgm:cxn modelId="{E586E2BE-BB61-4498-8751-E409BF4DA88B}" type="presParOf" srcId="{2D6199EB-D733-4790-8578-F942E19A41EE}" destId="{52CA13A3-C3A0-4C25-94C9-716150098464}" srcOrd="2" destOrd="0" presId="urn:microsoft.com/office/officeart/2005/8/layout/vList5"/>
    <dgm:cxn modelId="{226A0FA1-E252-4736-9A25-E383D6EA7785}" type="presParOf" srcId="{52CA13A3-C3A0-4C25-94C9-716150098464}" destId="{FA052565-9216-4704-BFEA-97679F8F3CEA}" srcOrd="0" destOrd="0" presId="urn:microsoft.com/office/officeart/2005/8/layout/vList5"/>
    <dgm:cxn modelId="{36260078-72DA-4E34-98DD-28D14D281544}" type="presParOf" srcId="{52CA13A3-C3A0-4C25-94C9-716150098464}" destId="{D235F915-18F6-44B9-A18B-93A2E1AB38E4}" srcOrd="1" destOrd="0" presId="urn:microsoft.com/office/officeart/2005/8/layout/vList5"/>
    <dgm:cxn modelId="{5D7D635E-D81C-41D2-97AF-A22E313CA035}" type="presParOf" srcId="{2D6199EB-D733-4790-8578-F942E19A41EE}" destId="{1C79251E-0E87-4D54-8190-C2BB59A3CE5B}" srcOrd="3" destOrd="0" presId="urn:microsoft.com/office/officeart/2005/8/layout/vList5"/>
    <dgm:cxn modelId="{8A732A12-228F-4B9F-9163-D0C78D833769}" type="presParOf" srcId="{2D6199EB-D733-4790-8578-F942E19A41EE}" destId="{D01CE8F7-0EE8-4D52-BE34-C368BEE1FB1A}" srcOrd="4" destOrd="0" presId="urn:microsoft.com/office/officeart/2005/8/layout/vList5"/>
    <dgm:cxn modelId="{E208BD8A-4561-4C6E-AF3E-5AD25D5E2006}" type="presParOf" srcId="{D01CE8F7-0EE8-4D52-BE34-C368BEE1FB1A}" destId="{F8E839F6-D232-4C7E-9409-6943E017FD00}" srcOrd="0" destOrd="0" presId="urn:microsoft.com/office/officeart/2005/8/layout/vList5"/>
    <dgm:cxn modelId="{ACBC53A2-8433-4703-B9B4-A9CC7D34CEF1}" type="presParOf" srcId="{D01CE8F7-0EE8-4D52-BE34-C368BEE1FB1A}" destId="{7EC269F9-9840-489A-940A-F0A923508EFB}" srcOrd="1" destOrd="0" presId="urn:microsoft.com/office/officeart/2005/8/layout/vList5"/>
    <dgm:cxn modelId="{47D88CE6-8DEE-4503-9686-9EB0E8058375}" type="presParOf" srcId="{2D6199EB-D733-4790-8578-F942E19A41EE}" destId="{13A88E7C-24B2-48C1-A488-520E8AE20A49}" srcOrd="5" destOrd="0" presId="urn:microsoft.com/office/officeart/2005/8/layout/vList5"/>
    <dgm:cxn modelId="{7459861C-3E37-4CBC-8BDD-2EA340C001E4}" type="presParOf" srcId="{2D6199EB-D733-4790-8578-F942E19A41EE}" destId="{0453D0D8-2041-4B2B-96A3-751780EE87F7}" srcOrd="6" destOrd="0" presId="urn:microsoft.com/office/officeart/2005/8/layout/vList5"/>
    <dgm:cxn modelId="{479F9BE9-D7C7-46B8-A598-DB9A006AFB4B}" type="presParOf" srcId="{0453D0D8-2041-4B2B-96A3-751780EE87F7}" destId="{2AFBFA94-4733-4EF3-91FA-8BE90B4F3A83}" srcOrd="0" destOrd="0" presId="urn:microsoft.com/office/officeart/2005/8/layout/vList5"/>
    <dgm:cxn modelId="{34EC7358-6672-4EC2-B92E-584E6C53119B}" type="presParOf" srcId="{0453D0D8-2041-4B2B-96A3-751780EE87F7}" destId="{A53984FC-2110-44FC-8FC2-3E987914FBD2}" srcOrd="1" destOrd="0" presId="urn:microsoft.com/office/officeart/2005/8/layout/vList5"/>
    <dgm:cxn modelId="{C8D436E9-FCF6-4ADE-874D-4F50024FB6D0}" type="presParOf" srcId="{2D6199EB-D733-4790-8578-F942E19A41EE}" destId="{31B9FEE2-51A6-43B4-9787-0D2A1DAC1E1E}" srcOrd="7" destOrd="0" presId="urn:microsoft.com/office/officeart/2005/8/layout/vList5"/>
    <dgm:cxn modelId="{0028B08A-4D27-4B89-89CA-EC40D2F239C9}" type="presParOf" srcId="{2D6199EB-D733-4790-8578-F942E19A41EE}" destId="{4CEE65F8-D742-4189-A527-48696D47A51E}" srcOrd="8" destOrd="0" presId="urn:microsoft.com/office/officeart/2005/8/layout/vList5"/>
    <dgm:cxn modelId="{84138984-D598-4A93-BEA3-9A5D1EDCD5C4}" type="presParOf" srcId="{4CEE65F8-D742-4189-A527-48696D47A51E}" destId="{3E99E247-1E8B-4031-AF91-32580EF58DB0}" srcOrd="0" destOrd="0" presId="urn:microsoft.com/office/officeart/2005/8/layout/vList5"/>
    <dgm:cxn modelId="{C2028D26-A670-4C23-9930-C84A9B54574A}" type="presParOf" srcId="{4CEE65F8-D742-4189-A527-48696D47A51E}" destId="{FC25D59D-DDCE-45C3-8D87-7E67AD922E88}" srcOrd="1" destOrd="0" presId="urn:microsoft.com/office/officeart/2005/8/layout/vList5"/>
    <dgm:cxn modelId="{9B4531BB-0A89-4A23-90AB-5201EFF10AF7}" type="presParOf" srcId="{2D6199EB-D733-4790-8578-F942E19A41EE}" destId="{E42DD84B-3A6D-472D-ABFD-86C1D03F7B1A}" srcOrd="9" destOrd="0" presId="urn:microsoft.com/office/officeart/2005/8/layout/vList5"/>
    <dgm:cxn modelId="{499D4D11-65C1-4726-96D5-31B9421F5AB7}" type="presParOf" srcId="{2D6199EB-D733-4790-8578-F942E19A41EE}" destId="{E7F9D0C8-0F13-43F3-B14E-85E7E2842C5C}" srcOrd="10" destOrd="0" presId="urn:microsoft.com/office/officeart/2005/8/layout/vList5"/>
    <dgm:cxn modelId="{C28498C6-991F-4410-9A6C-2C8FBCAF9FB0}" type="presParOf" srcId="{E7F9D0C8-0F13-43F3-B14E-85E7E2842C5C}" destId="{289F5D19-EE70-4050-A4F2-0CA589EA85D8}" srcOrd="0" destOrd="0" presId="urn:microsoft.com/office/officeart/2005/8/layout/vList5"/>
    <dgm:cxn modelId="{F1BB57DB-7B5F-4AC4-803A-01E3864E35A5}" type="presParOf" srcId="{E7F9D0C8-0F13-43F3-B14E-85E7E2842C5C}" destId="{4ADBA8B0-0E65-4E05-A2A0-EDF1CEF1A13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EEA1182-B49F-4982-B985-90C6E5FF5C1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542193C-3EC2-443A-B3CD-4E0085A905AA}">
      <dgm:prSet/>
      <dgm:spPr/>
      <dgm:t>
        <a:bodyPr/>
        <a:lstStyle/>
        <a:p>
          <a:r>
            <a:rPr lang="cs-CZ" noProof="0" dirty="0"/>
            <a:t>Vztah reálné ceny domů a ostatních proměnných</a:t>
          </a:r>
        </a:p>
      </dgm:t>
    </dgm:pt>
    <dgm:pt modelId="{D9C735DB-5784-4299-BBA8-9D3E5C61457A}" type="parTrans" cxnId="{B81E8DC1-EE0C-450B-AB28-1107D96C3C9C}">
      <dgm:prSet/>
      <dgm:spPr/>
      <dgm:t>
        <a:bodyPr/>
        <a:lstStyle/>
        <a:p>
          <a:endParaRPr lang="en-GB"/>
        </a:p>
      </dgm:t>
    </dgm:pt>
    <dgm:pt modelId="{F61F8C78-C574-4A5C-903D-C91CF9FC7706}" type="sibTrans" cxnId="{B81E8DC1-EE0C-450B-AB28-1107D96C3C9C}">
      <dgm:prSet/>
      <dgm:spPr/>
      <dgm:t>
        <a:bodyPr/>
        <a:lstStyle/>
        <a:p>
          <a:endParaRPr lang="en-GB"/>
        </a:p>
      </dgm:t>
    </dgm:pt>
    <dgm:pt modelId="{5A34481D-C0B7-4FC1-84F1-AFBAA42433B1}">
      <dgm:prSet/>
      <dgm:spPr/>
      <dgm:t>
        <a:bodyPr/>
        <a:lstStyle/>
        <a:p>
          <a:r>
            <a:rPr lang="cs-CZ" b="0" noProof="0" dirty="0"/>
            <a:t>stavební náklady (oranžová) – </a:t>
          </a:r>
          <a:r>
            <a:rPr lang="cs-CZ" b="1" noProof="0" dirty="0"/>
            <a:t>mírný růst bez výrazných skoků </a:t>
          </a:r>
          <a:r>
            <a:rPr lang="cs-CZ" b="0" noProof="0" dirty="0"/>
            <a:t>(nejsou hlavním faktorem náhlého růstu)</a:t>
          </a:r>
        </a:p>
      </dgm:t>
    </dgm:pt>
    <dgm:pt modelId="{C6731864-062D-4939-A9AB-3C533CAB57B1}" type="parTrans" cxnId="{17AF2931-B50B-49C6-AC3F-CA057F127D88}">
      <dgm:prSet/>
      <dgm:spPr/>
      <dgm:t>
        <a:bodyPr/>
        <a:lstStyle/>
        <a:p>
          <a:endParaRPr lang="en-GB"/>
        </a:p>
      </dgm:t>
    </dgm:pt>
    <dgm:pt modelId="{FEFC0B7B-C0DC-4358-B457-CF8CBF646834}" type="sibTrans" cxnId="{17AF2931-B50B-49C6-AC3F-CA057F127D88}">
      <dgm:prSet/>
      <dgm:spPr/>
      <dgm:t>
        <a:bodyPr/>
        <a:lstStyle/>
        <a:p>
          <a:endParaRPr lang="en-GB"/>
        </a:p>
      </dgm:t>
    </dgm:pt>
    <dgm:pt modelId="{EAE48A77-8C99-4612-9F50-C2070D529442}">
      <dgm:prSet/>
      <dgm:spPr/>
      <dgm:t>
        <a:bodyPr/>
        <a:lstStyle/>
        <a:p>
          <a:r>
            <a:rPr lang="cs-CZ" b="0" noProof="0" dirty="0"/>
            <a:t>Hlavní vliv na cenu domů</a:t>
          </a:r>
        </a:p>
      </dgm:t>
    </dgm:pt>
    <dgm:pt modelId="{CE675E3C-9EB4-4108-B706-B52541A913AA}" type="parTrans" cxnId="{0312C3AA-C587-4152-B0ED-D421E1F58BF5}">
      <dgm:prSet/>
      <dgm:spPr/>
      <dgm:t>
        <a:bodyPr/>
        <a:lstStyle/>
        <a:p>
          <a:endParaRPr lang="en-GB"/>
        </a:p>
      </dgm:t>
    </dgm:pt>
    <dgm:pt modelId="{74CED504-0639-4BE3-9429-E774A9321BA7}" type="sibTrans" cxnId="{0312C3AA-C587-4152-B0ED-D421E1F58BF5}">
      <dgm:prSet/>
      <dgm:spPr/>
      <dgm:t>
        <a:bodyPr/>
        <a:lstStyle/>
        <a:p>
          <a:endParaRPr lang="en-GB"/>
        </a:p>
      </dgm:t>
    </dgm:pt>
    <dgm:pt modelId="{7B37E6C5-488C-4680-87C7-752A1DE52253}">
      <dgm:prSet/>
      <dgm:spPr/>
      <dgm:t>
        <a:bodyPr/>
        <a:lstStyle/>
        <a:p>
          <a:r>
            <a:rPr lang="cs-CZ" b="1" noProof="0" dirty="0"/>
            <a:t>spekulace</a:t>
          </a:r>
          <a:r>
            <a:rPr lang="cs-CZ" noProof="0" dirty="0"/>
            <a:t> – očekávání subjektů</a:t>
          </a:r>
        </a:p>
      </dgm:t>
    </dgm:pt>
    <dgm:pt modelId="{01B8255B-3883-4060-ABF6-3453526A8AD3}" type="parTrans" cxnId="{88B3EB6A-81F0-4643-B667-374A46A45047}">
      <dgm:prSet/>
      <dgm:spPr/>
      <dgm:t>
        <a:bodyPr/>
        <a:lstStyle/>
        <a:p>
          <a:endParaRPr lang="en-GB"/>
        </a:p>
      </dgm:t>
    </dgm:pt>
    <dgm:pt modelId="{1BFAC61D-E62C-4EF2-9920-776B7E12B392}" type="sibTrans" cxnId="{88B3EB6A-81F0-4643-B667-374A46A45047}">
      <dgm:prSet/>
      <dgm:spPr/>
      <dgm:t>
        <a:bodyPr/>
        <a:lstStyle/>
        <a:p>
          <a:endParaRPr lang="en-GB"/>
        </a:p>
      </dgm:t>
    </dgm:pt>
    <dgm:pt modelId="{55954B0C-B69F-4892-8ED8-D6D48649E434}">
      <dgm:prSet/>
      <dgm:spPr/>
      <dgm:t>
        <a:bodyPr/>
        <a:lstStyle/>
        <a:p>
          <a:r>
            <a:rPr lang="cs-CZ" noProof="0" dirty="0"/>
            <a:t>úrokové sazby </a:t>
          </a:r>
          <a:r>
            <a:rPr lang="cs-CZ" b="1" noProof="0" dirty="0"/>
            <a:t>omezený</a:t>
          </a:r>
          <a:r>
            <a:rPr lang="cs-CZ" noProof="0" dirty="0"/>
            <a:t> vliv na index</a:t>
          </a:r>
        </a:p>
      </dgm:t>
    </dgm:pt>
    <dgm:pt modelId="{11ACD240-5AFF-428F-B793-A5D17883729E}" type="sibTrans" cxnId="{07C96D3A-81C6-4B81-B11A-F881BAF3EDE4}">
      <dgm:prSet/>
      <dgm:spPr/>
      <dgm:t>
        <a:bodyPr/>
        <a:lstStyle/>
        <a:p>
          <a:endParaRPr lang="en-GB"/>
        </a:p>
      </dgm:t>
    </dgm:pt>
    <dgm:pt modelId="{13C14791-3D30-45C0-B7E0-3A7DAA2D1770}" type="parTrans" cxnId="{07C96D3A-81C6-4B81-B11A-F881BAF3EDE4}">
      <dgm:prSet/>
      <dgm:spPr/>
      <dgm:t>
        <a:bodyPr/>
        <a:lstStyle/>
        <a:p>
          <a:endParaRPr lang="en-GB"/>
        </a:p>
      </dgm:t>
    </dgm:pt>
    <dgm:pt modelId="{A05732B9-8E19-4AEB-82E8-7B4309CCFF08}">
      <dgm:prSet/>
      <dgm:spPr/>
      <dgm:t>
        <a:bodyPr/>
        <a:lstStyle/>
        <a:p>
          <a:r>
            <a:rPr lang="cs-CZ" noProof="0" dirty="0"/>
            <a:t>růst populace (šedá) – téměř žádný dopad</a:t>
          </a:r>
        </a:p>
      </dgm:t>
    </dgm:pt>
    <dgm:pt modelId="{256F1606-2485-4248-8CE3-7D02B8481928}" type="parTrans" cxnId="{B4C54354-6194-4CB4-9F2F-BEE5F8B332BA}">
      <dgm:prSet/>
      <dgm:spPr/>
      <dgm:t>
        <a:bodyPr/>
        <a:lstStyle/>
        <a:p>
          <a:endParaRPr lang="en-GB"/>
        </a:p>
      </dgm:t>
    </dgm:pt>
    <dgm:pt modelId="{37CED7CF-D7F7-4F31-8307-2BED3DDCD358}" type="sibTrans" cxnId="{B4C54354-6194-4CB4-9F2F-BEE5F8B332BA}">
      <dgm:prSet/>
      <dgm:spPr/>
      <dgm:t>
        <a:bodyPr/>
        <a:lstStyle/>
        <a:p>
          <a:endParaRPr lang="en-GB"/>
        </a:p>
      </dgm:t>
    </dgm:pt>
    <dgm:pt modelId="{1315942D-523A-415C-A4B6-17E5C131FBA3}">
      <dgm:prSet/>
      <dgm:spPr/>
      <dgm:t>
        <a:bodyPr/>
        <a:lstStyle/>
        <a:p>
          <a:r>
            <a:rPr lang="cs-CZ" b="1" noProof="0" dirty="0"/>
            <a:t>úvěrová expanze </a:t>
          </a:r>
          <a:r>
            <a:rPr lang="cs-CZ" noProof="0" dirty="0"/>
            <a:t>– kompenzuje vliv sazeb (podcenění rizika) </a:t>
          </a:r>
        </a:p>
      </dgm:t>
    </dgm:pt>
    <dgm:pt modelId="{DA39FEE2-310A-40C4-B84D-FD870C672ED0}" type="sibTrans" cxnId="{73375B81-FA6C-46C1-88B0-FE665F22AFB5}">
      <dgm:prSet/>
      <dgm:spPr/>
      <dgm:t>
        <a:bodyPr/>
        <a:lstStyle/>
        <a:p>
          <a:endParaRPr lang="en-GB"/>
        </a:p>
      </dgm:t>
    </dgm:pt>
    <dgm:pt modelId="{5C1D1970-8DED-4947-B5DF-18076A163BA5}" type="parTrans" cxnId="{73375B81-FA6C-46C1-88B0-FE665F22AFB5}">
      <dgm:prSet/>
      <dgm:spPr/>
      <dgm:t>
        <a:bodyPr/>
        <a:lstStyle/>
        <a:p>
          <a:endParaRPr lang="en-GB"/>
        </a:p>
      </dgm:t>
    </dgm:pt>
    <dgm:pt modelId="{725D8996-57CB-4525-B22D-F4991E5A7270}" type="pres">
      <dgm:prSet presAssocID="{6EEA1182-B49F-4982-B985-90C6E5FF5C1D}" presName="linear" presStyleCnt="0">
        <dgm:presLayoutVars>
          <dgm:dir/>
          <dgm:animLvl val="lvl"/>
          <dgm:resizeHandles val="exact"/>
        </dgm:presLayoutVars>
      </dgm:prSet>
      <dgm:spPr/>
    </dgm:pt>
    <dgm:pt modelId="{1825A0A3-6A08-474E-AF56-FA8F2ECDB657}" type="pres">
      <dgm:prSet presAssocID="{7542193C-3EC2-443A-B3CD-4E0085A905AA}" presName="parentLin" presStyleCnt="0"/>
      <dgm:spPr/>
    </dgm:pt>
    <dgm:pt modelId="{FCFE202E-05CE-4C5B-B0FB-DF500DFC30EE}" type="pres">
      <dgm:prSet presAssocID="{7542193C-3EC2-443A-B3CD-4E0085A905AA}" presName="parentLeftMargin" presStyleLbl="node1" presStyleIdx="0" presStyleCnt="2"/>
      <dgm:spPr/>
    </dgm:pt>
    <dgm:pt modelId="{F55FB40F-891E-4562-89CA-84257AF01C0B}" type="pres">
      <dgm:prSet presAssocID="{7542193C-3EC2-443A-B3CD-4E0085A905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EE2403A-1708-49BE-956E-2E3B33C4FF68}" type="pres">
      <dgm:prSet presAssocID="{7542193C-3EC2-443A-B3CD-4E0085A905AA}" presName="negativeSpace" presStyleCnt="0"/>
      <dgm:spPr/>
    </dgm:pt>
    <dgm:pt modelId="{FD4A940C-CB7D-4C50-9A14-6E05405F2FDE}" type="pres">
      <dgm:prSet presAssocID="{7542193C-3EC2-443A-B3CD-4E0085A905AA}" presName="childText" presStyleLbl="conFgAcc1" presStyleIdx="0" presStyleCnt="2">
        <dgm:presLayoutVars>
          <dgm:bulletEnabled val="1"/>
        </dgm:presLayoutVars>
      </dgm:prSet>
      <dgm:spPr/>
    </dgm:pt>
    <dgm:pt modelId="{373857A8-73A7-47FA-A02E-5E41E046060A}" type="pres">
      <dgm:prSet presAssocID="{F61F8C78-C574-4A5C-903D-C91CF9FC7706}" presName="spaceBetweenRectangles" presStyleCnt="0"/>
      <dgm:spPr/>
    </dgm:pt>
    <dgm:pt modelId="{408BE182-B936-4C8D-AC8F-A93EA0B7FCDC}" type="pres">
      <dgm:prSet presAssocID="{EAE48A77-8C99-4612-9F50-C2070D529442}" presName="parentLin" presStyleCnt="0"/>
      <dgm:spPr/>
    </dgm:pt>
    <dgm:pt modelId="{5901A5F5-6B40-4EBB-9E8D-563D03DF895E}" type="pres">
      <dgm:prSet presAssocID="{EAE48A77-8C99-4612-9F50-C2070D529442}" presName="parentLeftMargin" presStyleLbl="node1" presStyleIdx="0" presStyleCnt="2"/>
      <dgm:spPr/>
    </dgm:pt>
    <dgm:pt modelId="{3F1EB240-9C5B-49C0-8B73-B85FC860B354}" type="pres">
      <dgm:prSet presAssocID="{EAE48A77-8C99-4612-9F50-C2070D52944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AC9C94B-C50A-4F92-B7B5-C9C23BEC0748}" type="pres">
      <dgm:prSet presAssocID="{EAE48A77-8C99-4612-9F50-C2070D529442}" presName="negativeSpace" presStyleCnt="0"/>
      <dgm:spPr/>
    </dgm:pt>
    <dgm:pt modelId="{E9B76544-7124-45C5-B9F6-D552F7924B3A}" type="pres">
      <dgm:prSet presAssocID="{EAE48A77-8C99-4612-9F50-C2070D52944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20E8128-277A-4EB1-8C27-E73412A22B04}" type="presOf" srcId="{7542193C-3EC2-443A-B3CD-4E0085A905AA}" destId="{FCFE202E-05CE-4C5B-B0FB-DF500DFC30EE}" srcOrd="0" destOrd="0" presId="urn:microsoft.com/office/officeart/2005/8/layout/list1"/>
    <dgm:cxn modelId="{17AF2931-B50B-49C6-AC3F-CA057F127D88}" srcId="{7542193C-3EC2-443A-B3CD-4E0085A905AA}" destId="{5A34481D-C0B7-4FC1-84F1-AFBAA42433B1}" srcOrd="0" destOrd="0" parTransId="{C6731864-062D-4939-A9AB-3C533CAB57B1}" sibTransId="{FEFC0B7B-C0DC-4358-B457-CF8CBF646834}"/>
    <dgm:cxn modelId="{07C96D3A-81C6-4B81-B11A-F881BAF3EDE4}" srcId="{7542193C-3EC2-443A-B3CD-4E0085A905AA}" destId="{55954B0C-B69F-4892-8ED8-D6D48649E434}" srcOrd="1" destOrd="0" parTransId="{13C14791-3D30-45C0-B7E0-3A7DAA2D1770}" sibTransId="{11ACD240-5AFF-428F-B793-A5D17883729E}"/>
    <dgm:cxn modelId="{9B1B2F5B-3AEC-48E0-9EC6-01039E900CB3}" type="presOf" srcId="{5A34481D-C0B7-4FC1-84F1-AFBAA42433B1}" destId="{FD4A940C-CB7D-4C50-9A14-6E05405F2FDE}" srcOrd="0" destOrd="0" presId="urn:microsoft.com/office/officeart/2005/8/layout/list1"/>
    <dgm:cxn modelId="{88B3EB6A-81F0-4643-B667-374A46A45047}" srcId="{EAE48A77-8C99-4612-9F50-C2070D529442}" destId="{7B37E6C5-488C-4680-87C7-752A1DE52253}" srcOrd="0" destOrd="0" parTransId="{01B8255B-3883-4060-ABF6-3453526A8AD3}" sibTransId="{1BFAC61D-E62C-4EF2-9920-776B7E12B392}"/>
    <dgm:cxn modelId="{207AF14B-CBF6-43C3-A84F-F40EF563B854}" type="presOf" srcId="{55954B0C-B69F-4892-8ED8-D6D48649E434}" destId="{FD4A940C-CB7D-4C50-9A14-6E05405F2FDE}" srcOrd="0" destOrd="1" presId="urn:microsoft.com/office/officeart/2005/8/layout/list1"/>
    <dgm:cxn modelId="{3C75CA4E-816F-4BB5-A167-60FAB9A4F704}" type="presOf" srcId="{EAE48A77-8C99-4612-9F50-C2070D529442}" destId="{3F1EB240-9C5B-49C0-8B73-B85FC860B354}" srcOrd="1" destOrd="0" presId="urn:microsoft.com/office/officeart/2005/8/layout/list1"/>
    <dgm:cxn modelId="{50CC3D50-9E2C-40EF-AE43-3BFA3E7B3EFA}" type="presOf" srcId="{6EEA1182-B49F-4982-B985-90C6E5FF5C1D}" destId="{725D8996-57CB-4525-B22D-F4991E5A7270}" srcOrd="0" destOrd="0" presId="urn:microsoft.com/office/officeart/2005/8/layout/list1"/>
    <dgm:cxn modelId="{B4C54354-6194-4CB4-9F2F-BEE5F8B332BA}" srcId="{7542193C-3EC2-443A-B3CD-4E0085A905AA}" destId="{A05732B9-8E19-4AEB-82E8-7B4309CCFF08}" srcOrd="2" destOrd="0" parTransId="{256F1606-2485-4248-8CE3-7D02B8481928}" sibTransId="{37CED7CF-D7F7-4F31-8307-2BED3DDCD358}"/>
    <dgm:cxn modelId="{7A790257-D18F-4EF3-AA25-C00C3262665A}" type="presOf" srcId="{A05732B9-8E19-4AEB-82E8-7B4309CCFF08}" destId="{FD4A940C-CB7D-4C50-9A14-6E05405F2FDE}" srcOrd="0" destOrd="2" presId="urn:microsoft.com/office/officeart/2005/8/layout/list1"/>
    <dgm:cxn modelId="{73375B81-FA6C-46C1-88B0-FE665F22AFB5}" srcId="{EAE48A77-8C99-4612-9F50-C2070D529442}" destId="{1315942D-523A-415C-A4B6-17E5C131FBA3}" srcOrd="1" destOrd="0" parTransId="{5C1D1970-8DED-4947-B5DF-18076A163BA5}" sibTransId="{DA39FEE2-310A-40C4-B84D-FD870C672ED0}"/>
    <dgm:cxn modelId="{0312C3AA-C587-4152-B0ED-D421E1F58BF5}" srcId="{6EEA1182-B49F-4982-B985-90C6E5FF5C1D}" destId="{EAE48A77-8C99-4612-9F50-C2070D529442}" srcOrd="1" destOrd="0" parTransId="{CE675E3C-9EB4-4108-B706-B52541A913AA}" sibTransId="{74CED504-0639-4BE3-9429-E774A9321BA7}"/>
    <dgm:cxn modelId="{3F4C1CB7-C52E-4134-AAC9-2A48751BEAFB}" type="presOf" srcId="{EAE48A77-8C99-4612-9F50-C2070D529442}" destId="{5901A5F5-6B40-4EBB-9E8D-563D03DF895E}" srcOrd="0" destOrd="0" presId="urn:microsoft.com/office/officeart/2005/8/layout/list1"/>
    <dgm:cxn modelId="{B81E8DC1-EE0C-450B-AB28-1107D96C3C9C}" srcId="{6EEA1182-B49F-4982-B985-90C6E5FF5C1D}" destId="{7542193C-3EC2-443A-B3CD-4E0085A905AA}" srcOrd="0" destOrd="0" parTransId="{D9C735DB-5784-4299-BBA8-9D3E5C61457A}" sibTransId="{F61F8C78-C574-4A5C-903D-C91CF9FC7706}"/>
    <dgm:cxn modelId="{05F8C3CA-E489-4C8E-908D-5B8CF682316D}" type="presOf" srcId="{7B37E6C5-488C-4680-87C7-752A1DE52253}" destId="{E9B76544-7124-45C5-B9F6-D552F7924B3A}" srcOrd="0" destOrd="0" presId="urn:microsoft.com/office/officeart/2005/8/layout/list1"/>
    <dgm:cxn modelId="{5F450AF0-6200-4BBF-BC26-F28D3782514D}" type="presOf" srcId="{7542193C-3EC2-443A-B3CD-4E0085A905AA}" destId="{F55FB40F-891E-4562-89CA-84257AF01C0B}" srcOrd="1" destOrd="0" presId="urn:microsoft.com/office/officeart/2005/8/layout/list1"/>
    <dgm:cxn modelId="{4BDD51FA-83C3-46B0-9C93-7AA69D33AC50}" type="presOf" srcId="{1315942D-523A-415C-A4B6-17E5C131FBA3}" destId="{E9B76544-7124-45C5-B9F6-D552F7924B3A}" srcOrd="0" destOrd="1" presId="urn:microsoft.com/office/officeart/2005/8/layout/list1"/>
    <dgm:cxn modelId="{DE900570-66DD-4320-93AF-027ADA6E5F30}" type="presParOf" srcId="{725D8996-57CB-4525-B22D-F4991E5A7270}" destId="{1825A0A3-6A08-474E-AF56-FA8F2ECDB657}" srcOrd="0" destOrd="0" presId="urn:microsoft.com/office/officeart/2005/8/layout/list1"/>
    <dgm:cxn modelId="{5ED9D145-02EE-4EB8-8B60-B67A9C87C42E}" type="presParOf" srcId="{1825A0A3-6A08-474E-AF56-FA8F2ECDB657}" destId="{FCFE202E-05CE-4C5B-B0FB-DF500DFC30EE}" srcOrd="0" destOrd="0" presId="urn:microsoft.com/office/officeart/2005/8/layout/list1"/>
    <dgm:cxn modelId="{EF81AE49-309D-4D5C-BA22-E780BB06493F}" type="presParOf" srcId="{1825A0A3-6A08-474E-AF56-FA8F2ECDB657}" destId="{F55FB40F-891E-4562-89CA-84257AF01C0B}" srcOrd="1" destOrd="0" presId="urn:microsoft.com/office/officeart/2005/8/layout/list1"/>
    <dgm:cxn modelId="{73408BB5-AB85-496F-AD41-5414502D3E81}" type="presParOf" srcId="{725D8996-57CB-4525-B22D-F4991E5A7270}" destId="{FEE2403A-1708-49BE-956E-2E3B33C4FF68}" srcOrd="1" destOrd="0" presId="urn:microsoft.com/office/officeart/2005/8/layout/list1"/>
    <dgm:cxn modelId="{53B400E7-3AA2-4717-B981-F882BA4A7F33}" type="presParOf" srcId="{725D8996-57CB-4525-B22D-F4991E5A7270}" destId="{FD4A940C-CB7D-4C50-9A14-6E05405F2FDE}" srcOrd="2" destOrd="0" presId="urn:microsoft.com/office/officeart/2005/8/layout/list1"/>
    <dgm:cxn modelId="{5CE89943-8BF5-4B28-BF15-3A4DAC994B24}" type="presParOf" srcId="{725D8996-57CB-4525-B22D-F4991E5A7270}" destId="{373857A8-73A7-47FA-A02E-5E41E046060A}" srcOrd="3" destOrd="0" presId="urn:microsoft.com/office/officeart/2005/8/layout/list1"/>
    <dgm:cxn modelId="{EB62BDF9-E320-410E-AF14-462EDF635EB1}" type="presParOf" srcId="{725D8996-57CB-4525-B22D-F4991E5A7270}" destId="{408BE182-B936-4C8D-AC8F-A93EA0B7FCDC}" srcOrd="4" destOrd="0" presId="urn:microsoft.com/office/officeart/2005/8/layout/list1"/>
    <dgm:cxn modelId="{21E41C25-61B6-4D09-BCAD-A026B6076DEE}" type="presParOf" srcId="{408BE182-B936-4C8D-AC8F-A93EA0B7FCDC}" destId="{5901A5F5-6B40-4EBB-9E8D-563D03DF895E}" srcOrd="0" destOrd="0" presId="urn:microsoft.com/office/officeart/2005/8/layout/list1"/>
    <dgm:cxn modelId="{A5BC5345-BA4E-48F2-91A4-F057B679C57E}" type="presParOf" srcId="{408BE182-B936-4C8D-AC8F-A93EA0B7FCDC}" destId="{3F1EB240-9C5B-49C0-8B73-B85FC860B354}" srcOrd="1" destOrd="0" presId="urn:microsoft.com/office/officeart/2005/8/layout/list1"/>
    <dgm:cxn modelId="{B8954057-DE7C-46B7-A89B-27B769E2EEB9}" type="presParOf" srcId="{725D8996-57CB-4525-B22D-F4991E5A7270}" destId="{0AC9C94B-C50A-4F92-B7B5-C9C23BEC0748}" srcOrd="5" destOrd="0" presId="urn:microsoft.com/office/officeart/2005/8/layout/list1"/>
    <dgm:cxn modelId="{12EE97D3-6C90-4A46-9E0D-8697875174C3}" type="presParOf" srcId="{725D8996-57CB-4525-B22D-F4991E5A7270}" destId="{E9B76544-7124-45C5-B9F6-D552F7924B3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EDBAE4F-2CB0-48D1-959B-E5D11873BE6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243A604A-EEC8-467F-B0C2-6A29EEFE598E}">
      <dgm:prSet custT="1"/>
      <dgm:spPr/>
      <dgm:t>
        <a:bodyPr/>
        <a:lstStyle/>
        <a:p>
          <a:pPr algn="l"/>
          <a:r>
            <a:rPr lang="cs-CZ" sz="1800" noProof="0" dirty="0"/>
            <a:t>Implikace: prudké nárůsty cen nemovitostí ovlivňují spíše investiční chování a chápání rizika bank než klasické fundamenty</a:t>
          </a:r>
        </a:p>
      </dgm:t>
    </dgm:pt>
    <dgm:pt modelId="{266FB92D-0C57-400E-AD6F-6D6370EF4254}" type="parTrans" cxnId="{034079CB-14E2-4FAF-9A76-E95A9B1D4DE3}">
      <dgm:prSet/>
      <dgm:spPr/>
      <dgm:t>
        <a:bodyPr/>
        <a:lstStyle/>
        <a:p>
          <a:endParaRPr lang="en-GB"/>
        </a:p>
      </dgm:t>
    </dgm:pt>
    <dgm:pt modelId="{07E9D5E8-CD69-4759-A35D-700243C846D1}" type="sibTrans" cxnId="{034079CB-14E2-4FAF-9A76-E95A9B1D4DE3}">
      <dgm:prSet/>
      <dgm:spPr/>
      <dgm:t>
        <a:bodyPr/>
        <a:lstStyle/>
        <a:p>
          <a:endParaRPr lang="en-GB"/>
        </a:p>
      </dgm:t>
    </dgm:pt>
    <dgm:pt modelId="{2DC7D950-C9CA-4D8A-A581-C9645929F0C8}" type="pres">
      <dgm:prSet presAssocID="{6EDBAE4F-2CB0-48D1-959B-E5D11873BE62}" presName="Name0" presStyleCnt="0">
        <dgm:presLayoutVars>
          <dgm:dir/>
          <dgm:resizeHandles val="exact"/>
        </dgm:presLayoutVars>
      </dgm:prSet>
      <dgm:spPr/>
    </dgm:pt>
    <dgm:pt modelId="{595E9F8C-4311-4B9D-ADA5-E0202525885C}" type="pres">
      <dgm:prSet presAssocID="{243A604A-EEC8-467F-B0C2-6A29EEFE598E}" presName="node" presStyleLbl="node1" presStyleIdx="0" presStyleCnt="1">
        <dgm:presLayoutVars>
          <dgm:bulletEnabled val="1"/>
        </dgm:presLayoutVars>
      </dgm:prSet>
      <dgm:spPr/>
    </dgm:pt>
  </dgm:ptLst>
  <dgm:cxnLst>
    <dgm:cxn modelId="{30D21233-F970-4396-91B1-7220AC13D78C}" type="presOf" srcId="{243A604A-EEC8-467F-B0C2-6A29EEFE598E}" destId="{595E9F8C-4311-4B9D-ADA5-E0202525885C}" srcOrd="0" destOrd="0" presId="urn:microsoft.com/office/officeart/2005/8/layout/process1"/>
    <dgm:cxn modelId="{B19C2F8F-C8A3-48BE-9795-EE5D446F9110}" type="presOf" srcId="{6EDBAE4F-2CB0-48D1-959B-E5D11873BE62}" destId="{2DC7D950-C9CA-4D8A-A581-C9645929F0C8}" srcOrd="0" destOrd="0" presId="urn:microsoft.com/office/officeart/2005/8/layout/process1"/>
    <dgm:cxn modelId="{034079CB-14E2-4FAF-9A76-E95A9B1D4DE3}" srcId="{6EDBAE4F-2CB0-48D1-959B-E5D11873BE62}" destId="{243A604A-EEC8-467F-B0C2-6A29EEFE598E}" srcOrd="0" destOrd="0" parTransId="{266FB92D-0C57-400E-AD6F-6D6370EF4254}" sibTransId="{07E9D5E8-CD69-4759-A35D-700243C846D1}"/>
    <dgm:cxn modelId="{583B4C9F-B579-40E6-BC6F-EDF7E283AFFD}" type="presParOf" srcId="{2DC7D950-C9CA-4D8A-A581-C9645929F0C8}" destId="{595E9F8C-4311-4B9D-ADA5-E0202525885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1501B1-06FF-4BBB-8E94-3B9438B50B5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924CAF9-4515-4DD8-A6AC-1C7A41568442}">
      <dgm:prSet custT="1"/>
      <dgm:spPr/>
      <dgm:t>
        <a:bodyPr/>
        <a:lstStyle/>
        <a:p>
          <a:r>
            <a:rPr lang="cs-CZ" sz="2000" b="1" i="0" baseline="0" noProof="0" dirty="0"/>
            <a:t>1944–1945: Konec 2. světové války</a:t>
          </a:r>
          <a:endParaRPr lang="cs-CZ" sz="2000" noProof="0" dirty="0"/>
        </a:p>
      </dgm:t>
    </dgm:pt>
    <dgm:pt modelId="{20F8BD48-7D42-4A9B-944F-6542530CB38B}" type="parTrans" cxnId="{DF23B63B-D91A-4F31-B152-F5A06157BEDB}">
      <dgm:prSet/>
      <dgm:spPr/>
      <dgm:t>
        <a:bodyPr/>
        <a:lstStyle/>
        <a:p>
          <a:endParaRPr lang="en-GB" sz="2000"/>
        </a:p>
      </dgm:t>
    </dgm:pt>
    <dgm:pt modelId="{320E3D82-3305-44A6-A25A-5A66C664841A}" type="sibTrans" cxnId="{DF23B63B-D91A-4F31-B152-F5A06157BEDB}">
      <dgm:prSet/>
      <dgm:spPr/>
      <dgm:t>
        <a:bodyPr/>
        <a:lstStyle/>
        <a:p>
          <a:endParaRPr lang="en-GB" sz="2000"/>
        </a:p>
      </dgm:t>
    </dgm:pt>
    <dgm:pt modelId="{3E12613D-AE74-43D0-BCA4-F6CE839FF6EB}">
      <dgm:prSet custT="1"/>
      <dgm:spPr/>
      <dgm:t>
        <a:bodyPr/>
        <a:lstStyle/>
        <a:p>
          <a:r>
            <a:rPr lang="cs-CZ" sz="1800" b="0" i="0" baseline="0" noProof="0" dirty="0"/>
            <a:t>Omezení výstavby během války → nedostatek bydlení</a:t>
          </a:r>
          <a:endParaRPr lang="cs-CZ" sz="1800" noProof="0" dirty="0"/>
        </a:p>
      </dgm:t>
    </dgm:pt>
    <dgm:pt modelId="{BCE7E01E-4C3C-4BB0-9595-A50DD41F1068}" type="parTrans" cxnId="{9CC801CC-7401-457B-944B-3425CBDBA3DC}">
      <dgm:prSet/>
      <dgm:spPr/>
      <dgm:t>
        <a:bodyPr/>
        <a:lstStyle/>
        <a:p>
          <a:endParaRPr lang="en-GB" sz="2000"/>
        </a:p>
      </dgm:t>
    </dgm:pt>
    <dgm:pt modelId="{5C574B04-CECD-4420-A6A7-696B77518611}" type="sibTrans" cxnId="{9CC801CC-7401-457B-944B-3425CBDBA3DC}">
      <dgm:prSet/>
      <dgm:spPr/>
      <dgm:t>
        <a:bodyPr/>
        <a:lstStyle/>
        <a:p>
          <a:endParaRPr lang="en-GB" sz="2000"/>
        </a:p>
      </dgm:t>
    </dgm:pt>
    <dgm:pt modelId="{7E49BF46-DDCB-4909-A662-86EAF62F840D}">
      <dgm:prSet custT="1"/>
      <dgm:spPr/>
      <dgm:t>
        <a:bodyPr/>
        <a:lstStyle/>
        <a:p>
          <a:r>
            <a:rPr lang="cs-CZ" sz="1800" b="0" i="0" baseline="0" noProof="0" dirty="0"/>
            <a:t>„Baby boom“ + strach z dalších války (Korea) → růst cen</a:t>
          </a:r>
          <a:endParaRPr lang="cs-CZ" sz="1800" noProof="0" dirty="0"/>
        </a:p>
      </dgm:t>
    </dgm:pt>
    <dgm:pt modelId="{D99DC766-44E8-4D60-8776-87055E48664F}" type="parTrans" cxnId="{BC8D0C4E-6A30-4F9E-A0D7-6283575305E5}">
      <dgm:prSet/>
      <dgm:spPr/>
      <dgm:t>
        <a:bodyPr/>
        <a:lstStyle/>
        <a:p>
          <a:endParaRPr lang="en-GB" sz="2000"/>
        </a:p>
      </dgm:t>
    </dgm:pt>
    <dgm:pt modelId="{1E84E655-649F-46F9-90D6-4EC2BB642821}" type="sibTrans" cxnId="{BC8D0C4E-6A30-4F9E-A0D7-6283575305E5}">
      <dgm:prSet/>
      <dgm:spPr/>
      <dgm:t>
        <a:bodyPr/>
        <a:lstStyle/>
        <a:p>
          <a:endParaRPr lang="en-GB" sz="2000"/>
        </a:p>
      </dgm:t>
    </dgm:pt>
    <dgm:pt modelId="{F5F376AA-AEC8-4AC6-A851-385DFF7BECD4}">
      <dgm:prSet custT="1"/>
      <dgm:spPr/>
      <dgm:t>
        <a:bodyPr/>
        <a:lstStyle/>
        <a:p>
          <a:r>
            <a:rPr lang="cs-CZ" sz="2000" b="1" i="0" baseline="0" noProof="0" dirty="0"/>
            <a:t>1979–1982: Druhá ropná krize</a:t>
          </a:r>
          <a:endParaRPr lang="cs-CZ" sz="2000" noProof="0" dirty="0"/>
        </a:p>
      </dgm:t>
    </dgm:pt>
    <dgm:pt modelId="{839126EB-8366-44BF-8FE5-EB4517FEB6EC}" type="parTrans" cxnId="{3E73EFBF-06E1-4937-860D-15A0013821D3}">
      <dgm:prSet/>
      <dgm:spPr/>
      <dgm:t>
        <a:bodyPr/>
        <a:lstStyle/>
        <a:p>
          <a:endParaRPr lang="en-GB" sz="2000"/>
        </a:p>
      </dgm:t>
    </dgm:pt>
    <dgm:pt modelId="{96F009C8-4EEF-4AC9-B0A8-1EC994DA4035}" type="sibTrans" cxnId="{3E73EFBF-06E1-4937-860D-15A0013821D3}">
      <dgm:prSet/>
      <dgm:spPr/>
      <dgm:t>
        <a:bodyPr/>
        <a:lstStyle/>
        <a:p>
          <a:endParaRPr lang="en-GB" sz="2000"/>
        </a:p>
      </dgm:t>
    </dgm:pt>
    <dgm:pt modelId="{8A171D4A-EF2D-4E0F-BFE4-56E167600E65}">
      <dgm:prSet custT="1"/>
      <dgm:spPr/>
      <dgm:t>
        <a:bodyPr/>
        <a:lstStyle/>
        <a:p>
          <a:r>
            <a:rPr lang="cs-CZ" sz="1800" b="0" i="0" baseline="0" noProof="0" dirty="0"/>
            <a:t>Vysoká inflace a úrokové sazby → menší vrchol cen</a:t>
          </a:r>
          <a:endParaRPr lang="cs-CZ" sz="1800" noProof="0" dirty="0"/>
        </a:p>
      </dgm:t>
    </dgm:pt>
    <dgm:pt modelId="{D9038849-09EC-4227-9FBC-4C6AC6AF7C9A}" type="parTrans" cxnId="{22FE2909-C544-49AB-82B9-8D17D9D1A39C}">
      <dgm:prSet/>
      <dgm:spPr/>
      <dgm:t>
        <a:bodyPr/>
        <a:lstStyle/>
        <a:p>
          <a:endParaRPr lang="en-GB" sz="2000"/>
        </a:p>
      </dgm:t>
    </dgm:pt>
    <dgm:pt modelId="{4D3A3174-D49F-47E0-BE34-559E20680A9B}" type="sibTrans" cxnId="{22FE2909-C544-49AB-82B9-8D17D9D1A39C}">
      <dgm:prSet/>
      <dgm:spPr/>
      <dgm:t>
        <a:bodyPr/>
        <a:lstStyle/>
        <a:p>
          <a:endParaRPr lang="en-GB" sz="2000"/>
        </a:p>
      </dgm:t>
    </dgm:pt>
    <dgm:pt modelId="{B96D0A8B-2729-4021-8F45-DF3C59B3BB65}">
      <dgm:prSet custT="1"/>
      <dgm:spPr/>
      <dgm:t>
        <a:bodyPr/>
        <a:lstStyle/>
        <a:p>
          <a:r>
            <a:rPr lang="cs-CZ" sz="1800" b="0" i="0" baseline="0" noProof="0" dirty="0"/>
            <a:t>Spíše makro-ekonomický efekt než čistá realitní bublina</a:t>
          </a:r>
          <a:endParaRPr lang="cs-CZ" sz="1800" noProof="0" dirty="0"/>
        </a:p>
      </dgm:t>
    </dgm:pt>
    <dgm:pt modelId="{5B7C1066-C147-4DBD-A92B-278DDE7641B5}" type="parTrans" cxnId="{F9710E9B-70F5-4C8C-AF39-537F435F510A}">
      <dgm:prSet/>
      <dgm:spPr/>
      <dgm:t>
        <a:bodyPr/>
        <a:lstStyle/>
        <a:p>
          <a:endParaRPr lang="en-GB" sz="2000"/>
        </a:p>
      </dgm:t>
    </dgm:pt>
    <dgm:pt modelId="{6B4E65B2-F48C-4A27-B946-49B1A92EC151}" type="sibTrans" cxnId="{F9710E9B-70F5-4C8C-AF39-537F435F510A}">
      <dgm:prSet/>
      <dgm:spPr/>
      <dgm:t>
        <a:bodyPr/>
        <a:lstStyle/>
        <a:p>
          <a:endParaRPr lang="en-GB" sz="2000"/>
        </a:p>
      </dgm:t>
    </dgm:pt>
    <dgm:pt modelId="{49C4779F-51A4-482C-BC3B-FCEB741AAFD5}">
      <dgm:prSet custT="1"/>
      <dgm:spPr/>
      <dgm:t>
        <a:bodyPr/>
        <a:lstStyle/>
        <a:p>
          <a:r>
            <a:rPr lang="cs-CZ" sz="2000" b="1" i="0" baseline="0" noProof="0" dirty="0"/>
            <a:t>1988–1991: </a:t>
          </a:r>
          <a:r>
            <a:rPr lang="cs-CZ" sz="2000" b="1" i="0" baseline="0" noProof="0" dirty="0" err="1"/>
            <a:t>Savings</a:t>
          </a:r>
          <a:r>
            <a:rPr lang="cs-CZ" sz="2000" b="1" i="0" baseline="0" noProof="0" dirty="0"/>
            <a:t> &amp; Loan krize</a:t>
          </a:r>
          <a:endParaRPr lang="cs-CZ" sz="2000" noProof="0" dirty="0"/>
        </a:p>
      </dgm:t>
    </dgm:pt>
    <dgm:pt modelId="{25DA392A-553A-4D3C-A4B7-1C717E8B9546}" type="parTrans" cxnId="{25757F15-EAB4-4389-B25A-64DF487C9077}">
      <dgm:prSet/>
      <dgm:spPr/>
      <dgm:t>
        <a:bodyPr/>
        <a:lstStyle/>
        <a:p>
          <a:endParaRPr lang="en-GB" sz="2000"/>
        </a:p>
      </dgm:t>
    </dgm:pt>
    <dgm:pt modelId="{ACA73BAF-954D-4FD8-8974-9432057F58F6}" type="sibTrans" cxnId="{25757F15-EAB4-4389-B25A-64DF487C9077}">
      <dgm:prSet/>
      <dgm:spPr/>
      <dgm:t>
        <a:bodyPr/>
        <a:lstStyle/>
        <a:p>
          <a:endParaRPr lang="en-GB" sz="2000"/>
        </a:p>
      </dgm:t>
    </dgm:pt>
    <dgm:pt modelId="{E4D6F390-FC22-4609-BB47-5F915F2A0C83}">
      <dgm:prSet custT="1"/>
      <dgm:spPr/>
      <dgm:t>
        <a:bodyPr/>
        <a:lstStyle/>
        <a:p>
          <a:r>
            <a:rPr lang="cs-CZ" sz="1800" b="0" i="0" baseline="0" noProof="0" dirty="0"/>
            <a:t>Deregulace a rizikové úvěry → regionální bublina (Texas, Kalifornie)</a:t>
          </a:r>
          <a:endParaRPr lang="cs-CZ" sz="1800" noProof="0" dirty="0"/>
        </a:p>
      </dgm:t>
    </dgm:pt>
    <dgm:pt modelId="{FFE5B232-E2ED-4AEC-8CEE-6E62A506D0D1}" type="parTrans" cxnId="{56D864A8-86ED-41B8-BF51-90A90C43B037}">
      <dgm:prSet/>
      <dgm:spPr/>
      <dgm:t>
        <a:bodyPr/>
        <a:lstStyle/>
        <a:p>
          <a:endParaRPr lang="en-GB" sz="2000"/>
        </a:p>
      </dgm:t>
    </dgm:pt>
    <dgm:pt modelId="{4C67826D-8A95-4142-858A-80C712212EB5}" type="sibTrans" cxnId="{56D864A8-86ED-41B8-BF51-90A90C43B037}">
      <dgm:prSet/>
      <dgm:spPr/>
      <dgm:t>
        <a:bodyPr/>
        <a:lstStyle/>
        <a:p>
          <a:endParaRPr lang="en-GB" sz="2000"/>
        </a:p>
      </dgm:t>
    </dgm:pt>
    <dgm:pt modelId="{665E2799-25B2-4197-B2BC-9F2CEE9F9A84}">
      <dgm:prSet custT="1"/>
      <dgm:spPr/>
      <dgm:t>
        <a:bodyPr/>
        <a:lstStyle/>
        <a:p>
          <a:r>
            <a:rPr lang="cs-CZ" sz="1800" b="0" i="0" baseline="0" noProof="0" dirty="0"/>
            <a:t>Po roce 1990 pokles cen a recese</a:t>
          </a:r>
          <a:endParaRPr lang="cs-CZ" sz="1800" noProof="0" dirty="0"/>
        </a:p>
      </dgm:t>
    </dgm:pt>
    <dgm:pt modelId="{7FA3E649-FD07-4BB8-9331-F741062EA315}" type="parTrans" cxnId="{62C2F6A9-0309-4E38-A8B9-5FB9F88B23E2}">
      <dgm:prSet/>
      <dgm:spPr/>
      <dgm:t>
        <a:bodyPr/>
        <a:lstStyle/>
        <a:p>
          <a:endParaRPr lang="en-GB" sz="2000"/>
        </a:p>
      </dgm:t>
    </dgm:pt>
    <dgm:pt modelId="{1179D40C-E851-4253-93E4-2C134220E240}" type="sibTrans" cxnId="{62C2F6A9-0309-4E38-A8B9-5FB9F88B23E2}">
      <dgm:prSet/>
      <dgm:spPr/>
      <dgm:t>
        <a:bodyPr/>
        <a:lstStyle/>
        <a:p>
          <a:endParaRPr lang="en-GB" sz="2000"/>
        </a:p>
      </dgm:t>
    </dgm:pt>
    <dgm:pt modelId="{D1D0A129-A5E7-4E71-8470-534BE782220A}">
      <dgm:prSet/>
      <dgm:spPr/>
      <dgm:t>
        <a:bodyPr/>
        <a:lstStyle/>
        <a:p>
          <a:r>
            <a:rPr lang="cs-CZ" b="1" noProof="0" dirty="0"/>
            <a:t>2007–2009: Globální finanční krize</a:t>
          </a:r>
        </a:p>
      </dgm:t>
    </dgm:pt>
    <dgm:pt modelId="{095A14DB-5D28-4950-A82C-9F3E9CFEC014}" type="parTrans" cxnId="{2B17C599-8EDF-41BB-AECE-944D840CE71C}">
      <dgm:prSet/>
      <dgm:spPr/>
      <dgm:t>
        <a:bodyPr/>
        <a:lstStyle/>
        <a:p>
          <a:endParaRPr lang="en-GB" sz="2000"/>
        </a:p>
      </dgm:t>
    </dgm:pt>
    <dgm:pt modelId="{79F49975-53E5-4A30-823B-9EC1AF7CB8A0}" type="sibTrans" cxnId="{2B17C599-8EDF-41BB-AECE-944D840CE71C}">
      <dgm:prSet/>
      <dgm:spPr/>
      <dgm:t>
        <a:bodyPr/>
        <a:lstStyle/>
        <a:p>
          <a:endParaRPr lang="en-GB" sz="2000"/>
        </a:p>
      </dgm:t>
    </dgm:pt>
    <dgm:pt modelId="{5134D050-D3A9-4449-8C1F-CC21F8F11E9E}">
      <dgm:prSet custT="1"/>
      <dgm:spPr/>
      <dgm:t>
        <a:bodyPr/>
        <a:lstStyle/>
        <a:p>
          <a:r>
            <a:rPr lang="cs-CZ" sz="1800" b="0" i="0" baseline="0" noProof="0" dirty="0"/>
            <a:t>Největší propad cen v historii</a:t>
          </a:r>
          <a:endParaRPr lang="cs-CZ" sz="1800" noProof="0" dirty="0"/>
        </a:p>
      </dgm:t>
    </dgm:pt>
    <dgm:pt modelId="{0D0A2C42-A26C-4A55-AD7E-5D1031048514}" type="parTrans" cxnId="{39FB73C1-D4C2-4153-91C6-211DBEB0F297}">
      <dgm:prSet/>
      <dgm:spPr/>
      <dgm:t>
        <a:bodyPr/>
        <a:lstStyle/>
        <a:p>
          <a:endParaRPr lang="en-GB" sz="2000"/>
        </a:p>
      </dgm:t>
    </dgm:pt>
    <dgm:pt modelId="{D03553A2-6F5C-4741-8BC5-35C58DBD958A}" type="sibTrans" cxnId="{39FB73C1-D4C2-4153-91C6-211DBEB0F297}">
      <dgm:prSet/>
      <dgm:spPr/>
      <dgm:t>
        <a:bodyPr/>
        <a:lstStyle/>
        <a:p>
          <a:endParaRPr lang="en-GB" sz="2000"/>
        </a:p>
      </dgm:t>
    </dgm:pt>
    <dgm:pt modelId="{666E9B69-9956-4635-89AC-2E2B3D355EB8}">
      <dgm:prSet custT="1"/>
      <dgm:spPr/>
      <dgm:t>
        <a:bodyPr/>
        <a:lstStyle/>
        <a:p>
          <a:r>
            <a:rPr lang="cs-CZ" sz="1800" b="0" i="0" baseline="0" noProof="0" dirty="0"/>
            <a:t>Příčina: spekulace, optimistické úvěrování, víra „ceny rostou navždy“</a:t>
          </a:r>
          <a:endParaRPr lang="cs-CZ" sz="1800" noProof="0" dirty="0"/>
        </a:p>
      </dgm:t>
    </dgm:pt>
    <dgm:pt modelId="{0F32DF38-EA65-42C2-808B-DBF833CA828B}" type="parTrans" cxnId="{D72E2BB4-B889-43EE-A89D-68802B65E7BA}">
      <dgm:prSet/>
      <dgm:spPr/>
      <dgm:t>
        <a:bodyPr/>
        <a:lstStyle/>
        <a:p>
          <a:endParaRPr lang="en-GB" sz="2000"/>
        </a:p>
      </dgm:t>
    </dgm:pt>
    <dgm:pt modelId="{C9FBA699-1485-476E-9FB8-FBB0CCFCA96C}" type="sibTrans" cxnId="{D72E2BB4-B889-43EE-A89D-68802B65E7BA}">
      <dgm:prSet/>
      <dgm:spPr/>
      <dgm:t>
        <a:bodyPr/>
        <a:lstStyle/>
        <a:p>
          <a:endParaRPr lang="en-GB" sz="2000"/>
        </a:p>
      </dgm:t>
    </dgm:pt>
    <dgm:pt modelId="{C88F6A9A-1921-452F-8445-B31405531552}">
      <dgm:prSet custT="1"/>
      <dgm:spPr/>
      <dgm:t>
        <a:bodyPr/>
        <a:lstStyle/>
        <a:p>
          <a:r>
            <a:rPr lang="cs-CZ" sz="2000" b="1" i="0" baseline="0" noProof="0" dirty="0"/>
            <a:t>2020–2021: COVID-19</a:t>
          </a:r>
          <a:endParaRPr lang="cs-CZ" sz="2000" noProof="0" dirty="0"/>
        </a:p>
      </dgm:t>
    </dgm:pt>
    <dgm:pt modelId="{C0B3CFF7-8F86-497D-8EC3-A1198DD24946}" type="parTrans" cxnId="{20B5CD95-A245-423F-82B6-4BC6B2BEB751}">
      <dgm:prSet/>
      <dgm:spPr/>
      <dgm:t>
        <a:bodyPr/>
        <a:lstStyle/>
        <a:p>
          <a:endParaRPr lang="en-GB" sz="2000"/>
        </a:p>
      </dgm:t>
    </dgm:pt>
    <dgm:pt modelId="{7C0EB3DD-45D6-489D-BAD1-D52964CCEBC6}" type="sibTrans" cxnId="{20B5CD95-A245-423F-82B6-4BC6B2BEB751}">
      <dgm:prSet/>
      <dgm:spPr/>
      <dgm:t>
        <a:bodyPr/>
        <a:lstStyle/>
        <a:p>
          <a:endParaRPr lang="en-GB" sz="2000"/>
        </a:p>
      </dgm:t>
    </dgm:pt>
    <dgm:pt modelId="{B5DB9FAB-7C72-4585-A6FC-6384DB11C6DA}">
      <dgm:prSet custT="1"/>
      <dgm:spPr/>
      <dgm:t>
        <a:bodyPr/>
        <a:lstStyle/>
        <a:p>
          <a:r>
            <a:rPr lang="cs-CZ" sz="1800" b="0" i="0" baseline="0" noProof="0" dirty="0"/>
            <a:t>Nízké sazby + zvýšená poptávka po bydlení → další růst cen</a:t>
          </a:r>
          <a:endParaRPr lang="cs-CZ" sz="1800" noProof="0" dirty="0"/>
        </a:p>
      </dgm:t>
    </dgm:pt>
    <dgm:pt modelId="{0BE9379D-A1AD-4C55-A116-4022F8F83916}" type="parTrans" cxnId="{D0ED8E36-D2B3-4DFE-A747-E8F51715EBAA}">
      <dgm:prSet/>
      <dgm:spPr/>
      <dgm:t>
        <a:bodyPr/>
        <a:lstStyle/>
        <a:p>
          <a:endParaRPr lang="en-GB" sz="2000"/>
        </a:p>
      </dgm:t>
    </dgm:pt>
    <dgm:pt modelId="{4EC7707C-073B-40E7-A596-197007A99231}" type="sibTrans" cxnId="{D0ED8E36-D2B3-4DFE-A747-E8F51715EBAA}">
      <dgm:prSet/>
      <dgm:spPr/>
      <dgm:t>
        <a:bodyPr/>
        <a:lstStyle/>
        <a:p>
          <a:endParaRPr lang="en-GB" sz="2000"/>
        </a:p>
      </dgm:t>
    </dgm:pt>
    <dgm:pt modelId="{12E8F262-2A73-41D3-80E4-4938B605C13F}" type="pres">
      <dgm:prSet presAssocID="{3C1501B1-06FF-4BBB-8E94-3B9438B50B5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D727A6F-3A35-4C88-9DA5-6EA15F79C647}" type="pres">
      <dgm:prSet presAssocID="{C924CAF9-4515-4DD8-A6AC-1C7A41568442}" presName="root" presStyleCnt="0"/>
      <dgm:spPr/>
    </dgm:pt>
    <dgm:pt modelId="{2B8C1262-F0A5-4C9C-8BB7-833A24EAC0FC}" type="pres">
      <dgm:prSet presAssocID="{C924CAF9-4515-4DD8-A6AC-1C7A41568442}" presName="rootComposite" presStyleCnt="0"/>
      <dgm:spPr/>
    </dgm:pt>
    <dgm:pt modelId="{714E220F-2630-4677-8E7D-7C4C8E162513}" type="pres">
      <dgm:prSet presAssocID="{C924CAF9-4515-4DD8-A6AC-1C7A41568442}" presName="rootText" presStyleLbl="node1" presStyleIdx="0" presStyleCnt="5"/>
      <dgm:spPr/>
    </dgm:pt>
    <dgm:pt modelId="{CDEA06FF-26CD-48F5-9245-0F00FA66BCEF}" type="pres">
      <dgm:prSet presAssocID="{C924CAF9-4515-4DD8-A6AC-1C7A41568442}" presName="rootConnector" presStyleLbl="node1" presStyleIdx="0" presStyleCnt="5"/>
      <dgm:spPr/>
    </dgm:pt>
    <dgm:pt modelId="{E8019634-3961-40DD-A396-5A6A3C9801B0}" type="pres">
      <dgm:prSet presAssocID="{C924CAF9-4515-4DD8-A6AC-1C7A41568442}" presName="childShape" presStyleCnt="0"/>
      <dgm:spPr/>
    </dgm:pt>
    <dgm:pt modelId="{8106CD0B-2FCA-44E0-8CF1-E33455812057}" type="pres">
      <dgm:prSet presAssocID="{BCE7E01E-4C3C-4BB0-9595-A50DD41F1068}" presName="Name13" presStyleLbl="parChTrans1D2" presStyleIdx="0" presStyleCnt="9"/>
      <dgm:spPr/>
    </dgm:pt>
    <dgm:pt modelId="{8F9241FC-6B69-4349-8EB8-C898116FFC40}" type="pres">
      <dgm:prSet presAssocID="{3E12613D-AE74-43D0-BCA4-F6CE839FF6EB}" presName="childText" presStyleLbl="bgAcc1" presStyleIdx="0" presStyleCnt="9" custScaleY="144490">
        <dgm:presLayoutVars>
          <dgm:bulletEnabled val="1"/>
        </dgm:presLayoutVars>
      </dgm:prSet>
      <dgm:spPr/>
    </dgm:pt>
    <dgm:pt modelId="{9CDA4580-7D51-4101-B614-77F08D600D5A}" type="pres">
      <dgm:prSet presAssocID="{D99DC766-44E8-4D60-8776-87055E48664F}" presName="Name13" presStyleLbl="parChTrans1D2" presStyleIdx="1" presStyleCnt="9"/>
      <dgm:spPr/>
    </dgm:pt>
    <dgm:pt modelId="{427DAAC0-B2A4-46A7-BFB9-8FECE84DD8EB}" type="pres">
      <dgm:prSet presAssocID="{7E49BF46-DDCB-4909-A662-86EAF62F840D}" presName="childText" presStyleLbl="bgAcc1" presStyleIdx="1" presStyleCnt="9" custScaleY="209177">
        <dgm:presLayoutVars>
          <dgm:bulletEnabled val="1"/>
        </dgm:presLayoutVars>
      </dgm:prSet>
      <dgm:spPr/>
    </dgm:pt>
    <dgm:pt modelId="{4B525AA7-ED53-4A8E-AA50-36D2C73329D4}" type="pres">
      <dgm:prSet presAssocID="{F5F376AA-AEC8-4AC6-A851-385DFF7BECD4}" presName="root" presStyleCnt="0"/>
      <dgm:spPr/>
    </dgm:pt>
    <dgm:pt modelId="{F4E90D9C-F78E-4EDA-B142-296BBB5C5C3D}" type="pres">
      <dgm:prSet presAssocID="{F5F376AA-AEC8-4AC6-A851-385DFF7BECD4}" presName="rootComposite" presStyleCnt="0"/>
      <dgm:spPr/>
    </dgm:pt>
    <dgm:pt modelId="{6A8092FC-39F7-4F4D-9394-AEC7B489E72D}" type="pres">
      <dgm:prSet presAssocID="{F5F376AA-AEC8-4AC6-A851-385DFF7BECD4}" presName="rootText" presStyleLbl="node1" presStyleIdx="1" presStyleCnt="5"/>
      <dgm:spPr/>
    </dgm:pt>
    <dgm:pt modelId="{C7FA7E26-FF48-4AB3-B9DD-AF90D2B8F488}" type="pres">
      <dgm:prSet presAssocID="{F5F376AA-AEC8-4AC6-A851-385DFF7BECD4}" presName="rootConnector" presStyleLbl="node1" presStyleIdx="1" presStyleCnt="5"/>
      <dgm:spPr/>
    </dgm:pt>
    <dgm:pt modelId="{F5123F58-234E-4E33-B14D-FEC398078FB6}" type="pres">
      <dgm:prSet presAssocID="{F5F376AA-AEC8-4AC6-A851-385DFF7BECD4}" presName="childShape" presStyleCnt="0"/>
      <dgm:spPr/>
    </dgm:pt>
    <dgm:pt modelId="{2834E524-9DA3-4CBC-874F-1E3E448E2926}" type="pres">
      <dgm:prSet presAssocID="{D9038849-09EC-4227-9FBC-4C6AC6AF7C9A}" presName="Name13" presStyleLbl="parChTrans1D2" presStyleIdx="2" presStyleCnt="9"/>
      <dgm:spPr/>
    </dgm:pt>
    <dgm:pt modelId="{F105E24A-5E39-4B2D-8C77-F73246858C99}" type="pres">
      <dgm:prSet presAssocID="{8A171D4A-EF2D-4E0F-BFE4-56E167600E65}" presName="childText" presStyleLbl="bgAcc1" presStyleIdx="2" presStyleCnt="9" custScaleY="154926">
        <dgm:presLayoutVars>
          <dgm:bulletEnabled val="1"/>
        </dgm:presLayoutVars>
      </dgm:prSet>
      <dgm:spPr/>
    </dgm:pt>
    <dgm:pt modelId="{3A569968-116C-4678-B410-56D13EEC46EC}" type="pres">
      <dgm:prSet presAssocID="{5B7C1066-C147-4DBD-A92B-278DDE7641B5}" presName="Name13" presStyleLbl="parChTrans1D2" presStyleIdx="3" presStyleCnt="9"/>
      <dgm:spPr/>
    </dgm:pt>
    <dgm:pt modelId="{428B9E9E-C736-404E-82A4-2A42209D8E37}" type="pres">
      <dgm:prSet presAssocID="{B96D0A8B-2729-4021-8F45-DF3C59B3BB65}" presName="childText" presStyleLbl="bgAcc1" presStyleIdx="3" presStyleCnt="9" custScaleY="206915">
        <dgm:presLayoutVars>
          <dgm:bulletEnabled val="1"/>
        </dgm:presLayoutVars>
      </dgm:prSet>
      <dgm:spPr/>
    </dgm:pt>
    <dgm:pt modelId="{3B8D9D06-BC79-4CF3-901E-9D7F5F5FFC05}" type="pres">
      <dgm:prSet presAssocID="{49C4779F-51A4-482C-BC3B-FCEB741AAFD5}" presName="root" presStyleCnt="0"/>
      <dgm:spPr/>
    </dgm:pt>
    <dgm:pt modelId="{6F2BF4DE-10A6-4329-850E-746067E9478D}" type="pres">
      <dgm:prSet presAssocID="{49C4779F-51A4-482C-BC3B-FCEB741AAFD5}" presName="rootComposite" presStyleCnt="0"/>
      <dgm:spPr/>
    </dgm:pt>
    <dgm:pt modelId="{C089BD33-BD0E-4203-9346-66E20281DCA6}" type="pres">
      <dgm:prSet presAssocID="{49C4779F-51A4-482C-BC3B-FCEB741AAFD5}" presName="rootText" presStyleLbl="node1" presStyleIdx="2" presStyleCnt="5"/>
      <dgm:spPr/>
    </dgm:pt>
    <dgm:pt modelId="{59F3F358-3B57-4832-869B-4BA0EB8DB8E5}" type="pres">
      <dgm:prSet presAssocID="{49C4779F-51A4-482C-BC3B-FCEB741AAFD5}" presName="rootConnector" presStyleLbl="node1" presStyleIdx="2" presStyleCnt="5"/>
      <dgm:spPr/>
    </dgm:pt>
    <dgm:pt modelId="{A1BB2991-31C0-446C-BEEF-71E696296E11}" type="pres">
      <dgm:prSet presAssocID="{49C4779F-51A4-482C-BC3B-FCEB741AAFD5}" presName="childShape" presStyleCnt="0"/>
      <dgm:spPr/>
    </dgm:pt>
    <dgm:pt modelId="{981BB762-84FB-46A1-906E-712BA2D9872A}" type="pres">
      <dgm:prSet presAssocID="{FFE5B232-E2ED-4AEC-8CEE-6E62A506D0D1}" presName="Name13" presStyleLbl="parChTrans1D2" presStyleIdx="4" presStyleCnt="9"/>
      <dgm:spPr/>
    </dgm:pt>
    <dgm:pt modelId="{75654A48-628A-4747-B060-2DA89FD86B04}" type="pres">
      <dgm:prSet presAssocID="{E4D6F390-FC22-4609-BB47-5F915F2A0C83}" presName="childText" presStyleLbl="bgAcc1" presStyleIdx="4" presStyleCnt="9" custScaleY="212392">
        <dgm:presLayoutVars>
          <dgm:bulletEnabled val="1"/>
        </dgm:presLayoutVars>
      </dgm:prSet>
      <dgm:spPr/>
    </dgm:pt>
    <dgm:pt modelId="{CFE1BB52-242F-4EE2-A692-157989ABBB20}" type="pres">
      <dgm:prSet presAssocID="{7FA3E649-FD07-4BB8-9331-F741062EA315}" presName="Name13" presStyleLbl="parChTrans1D2" presStyleIdx="5" presStyleCnt="9"/>
      <dgm:spPr/>
    </dgm:pt>
    <dgm:pt modelId="{D6F02A56-11EC-4CF0-A12F-4883CEAD09CE}" type="pres">
      <dgm:prSet presAssocID="{665E2799-25B2-4197-B2BC-9F2CEE9F9A84}" presName="childText" presStyleLbl="bgAcc1" presStyleIdx="5" presStyleCnt="9" custScaleY="173262">
        <dgm:presLayoutVars>
          <dgm:bulletEnabled val="1"/>
        </dgm:presLayoutVars>
      </dgm:prSet>
      <dgm:spPr/>
    </dgm:pt>
    <dgm:pt modelId="{9333C999-36D9-4179-96A6-D5DE2374B476}" type="pres">
      <dgm:prSet presAssocID="{D1D0A129-A5E7-4E71-8470-534BE782220A}" presName="root" presStyleCnt="0"/>
      <dgm:spPr/>
    </dgm:pt>
    <dgm:pt modelId="{0196B0DA-9F21-4E2A-B17E-46C6FDEC7652}" type="pres">
      <dgm:prSet presAssocID="{D1D0A129-A5E7-4E71-8470-534BE782220A}" presName="rootComposite" presStyleCnt="0"/>
      <dgm:spPr/>
    </dgm:pt>
    <dgm:pt modelId="{C793C943-2BBD-434F-A643-0B83DC8608D7}" type="pres">
      <dgm:prSet presAssocID="{D1D0A129-A5E7-4E71-8470-534BE782220A}" presName="rootText" presStyleLbl="node1" presStyleIdx="3" presStyleCnt="5"/>
      <dgm:spPr/>
    </dgm:pt>
    <dgm:pt modelId="{796CC27E-EBA7-446E-BE71-FB470584ABD8}" type="pres">
      <dgm:prSet presAssocID="{D1D0A129-A5E7-4E71-8470-534BE782220A}" presName="rootConnector" presStyleLbl="node1" presStyleIdx="3" presStyleCnt="5"/>
      <dgm:spPr/>
    </dgm:pt>
    <dgm:pt modelId="{A612E8BB-BEA2-4EB0-B372-64A409C1BCD9}" type="pres">
      <dgm:prSet presAssocID="{D1D0A129-A5E7-4E71-8470-534BE782220A}" presName="childShape" presStyleCnt="0"/>
      <dgm:spPr/>
    </dgm:pt>
    <dgm:pt modelId="{3EABFF6B-BA8A-4BA5-940A-B110B8E18E97}" type="pres">
      <dgm:prSet presAssocID="{0D0A2C42-A26C-4A55-AD7E-5D1031048514}" presName="Name13" presStyleLbl="parChTrans1D2" presStyleIdx="6" presStyleCnt="9"/>
      <dgm:spPr/>
    </dgm:pt>
    <dgm:pt modelId="{8113CF91-0630-4D48-83F2-DABD072FC193}" type="pres">
      <dgm:prSet presAssocID="{5134D050-D3A9-4449-8C1F-CC21F8F11E9E}" presName="childText" presStyleLbl="bgAcc1" presStyleIdx="6" presStyleCnt="9" custScaleY="145926">
        <dgm:presLayoutVars>
          <dgm:bulletEnabled val="1"/>
        </dgm:presLayoutVars>
      </dgm:prSet>
      <dgm:spPr/>
    </dgm:pt>
    <dgm:pt modelId="{C498BA44-DA00-4AF7-931C-5A2931DEFB51}" type="pres">
      <dgm:prSet presAssocID="{0F32DF38-EA65-42C2-808B-DBF833CA828B}" presName="Name13" presStyleLbl="parChTrans1D2" presStyleIdx="7" presStyleCnt="9"/>
      <dgm:spPr/>
    </dgm:pt>
    <dgm:pt modelId="{EA3F7C3D-3BBE-43D3-93F0-CEED56320221}" type="pres">
      <dgm:prSet presAssocID="{666E9B69-9956-4635-89AC-2E2B3D355EB8}" presName="childText" presStyleLbl="bgAcc1" presStyleIdx="7" presStyleCnt="9" custScaleY="208412">
        <dgm:presLayoutVars>
          <dgm:bulletEnabled val="1"/>
        </dgm:presLayoutVars>
      </dgm:prSet>
      <dgm:spPr/>
    </dgm:pt>
    <dgm:pt modelId="{ECBFEB71-0400-4A4E-89E1-CD2B0FAADF20}" type="pres">
      <dgm:prSet presAssocID="{C88F6A9A-1921-452F-8445-B31405531552}" presName="root" presStyleCnt="0"/>
      <dgm:spPr/>
    </dgm:pt>
    <dgm:pt modelId="{F27C8C8E-C90B-4EDF-8909-CCD5A429B432}" type="pres">
      <dgm:prSet presAssocID="{C88F6A9A-1921-452F-8445-B31405531552}" presName="rootComposite" presStyleCnt="0"/>
      <dgm:spPr/>
    </dgm:pt>
    <dgm:pt modelId="{AAF11BA8-A5BF-4B03-989E-69189DAFF48F}" type="pres">
      <dgm:prSet presAssocID="{C88F6A9A-1921-452F-8445-B31405531552}" presName="rootText" presStyleLbl="node1" presStyleIdx="4" presStyleCnt="5"/>
      <dgm:spPr/>
    </dgm:pt>
    <dgm:pt modelId="{30CE0B5E-8AC3-4E67-99F0-0C1B9164DD7F}" type="pres">
      <dgm:prSet presAssocID="{C88F6A9A-1921-452F-8445-B31405531552}" presName="rootConnector" presStyleLbl="node1" presStyleIdx="4" presStyleCnt="5"/>
      <dgm:spPr/>
    </dgm:pt>
    <dgm:pt modelId="{D78CC7AA-4D0A-46B2-A6BD-A5DB7E65C811}" type="pres">
      <dgm:prSet presAssocID="{C88F6A9A-1921-452F-8445-B31405531552}" presName="childShape" presStyleCnt="0"/>
      <dgm:spPr/>
    </dgm:pt>
    <dgm:pt modelId="{A1CA91B3-6450-491E-92CC-27429BF3FF49}" type="pres">
      <dgm:prSet presAssocID="{0BE9379D-A1AD-4C55-A116-4022F8F83916}" presName="Name13" presStyleLbl="parChTrans1D2" presStyleIdx="8" presStyleCnt="9"/>
      <dgm:spPr/>
    </dgm:pt>
    <dgm:pt modelId="{4891EE93-BB04-43E3-B4BE-50149258A37C}" type="pres">
      <dgm:prSet presAssocID="{B5DB9FAB-7C72-4585-A6FC-6384DB11C6DA}" presName="childText" presStyleLbl="bgAcc1" presStyleIdx="8" presStyleCnt="9" custScaleY="186456">
        <dgm:presLayoutVars>
          <dgm:bulletEnabled val="1"/>
        </dgm:presLayoutVars>
      </dgm:prSet>
      <dgm:spPr/>
    </dgm:pt>
  </dgm:ptLst>
  <dgm:cxnLst>
    <dgm:cxn modelId="{9B5F9702-6684-477F-9AB8-34F5250AD9DB}" type="presOf" srcId="{49C4779F-51A4-482C-BC3B-FCEB741AAFD5}" destId="{59F3F358-3B57-4832-869B-4BA0EB8DB8E5}" srcOrd="1" destOrd="0" presId="urn:microsoft.com/office/officeart/2005/8/layout/hierarchy3"/>
    <dgm:cxn modelId="{1F584105-2CF2-4217-BCA5-D0CD52EE7408}" type="presOf" srcId="{0F32DF38-EA65-42C2-808B-DBF833CA828B}" destId="{C498BA44-DA00-4AF7-931C-5A2931DEFB51}" srcOrd="0" destOrd="0" presId="urn:microsoft.com/office/officeart/2005/8/layout/hierarchy3"/>
    <dgm:cxn modelId="{22FE2909-C544-49AB-82B9-8D17D9D1A39C}" srcId="{F5F376AA-AEC8-4AC6-A851-385DFF7BECD4}" destId="{8A171D4A-EF2D-4E0F-BFE4-56E167600E65}" srcOrd="0" destOrd="0" parTransId="{D9038849-09EC-4227-9FBC-4C6AC6AF7C9A}" sibTransId="{4D3A3174-D49F-47E0-BE34-559E20680A9B}"/>
    <dgm:cxn modelId="{25757F15-EAB4-4389-B25A-64DF487C9077}" srcId="{3C1501B1-06FF-4BBB-8E94-3B9438B50B5A}" destId="{49C4779F-51A4-482C-BC3B-FCEB741AAFD5}" srcOrd="2" destOrd="0" parTransId="{25DA392A-553A-4D3C-A4B7-1C717E8B9546}" sibTransId="{ACA73BAF-954D-4FD8-8974-9432057F58F6}"/>
    <dgm:cxn modelId="{46D67E1A-93D5-4AC1-9224-10F0C166E88A}" type="presOf" srcId="{D99DC766-44E8-4D60-8776-87055E48664F}" destId="{9CDA4580-7D51-4101-B614-77F08D600D5A}" srcOrd="0" destOrd="0" presId="urn:microsoft.com/office/officeart/2005/8/layout/hierarchy3"/>
    <dgm:cxn modelId="{88C3E721-C62E-469B-9993-BB000AFC27B6}" type="presOf" srcId="{3E12613D-AE74-43D0-BCA4-F6CE839FF6EB}" destId="{8F9241FC-6B69-4349-8EB8-C898116FFC40}" srcOrd="0" destOrd="0" presId="urn:microsoft.com/office/officeart/2005/8/layout/hierarchy3"/>
    <dgm:cxn modelId="{4A7CA025-4410-4600-83FE-FB457E338119}" type="presOf" srcId="{666E9B69-9956-4635-89AC-2E2B3D355EB8}" destId="{EA3F7C3D-3BBE-43D3-93F0-CEED56320221}" srcOrd="0" destOrd="0" presId="urn:microsoft.com/office/officeart/2005/8/layout/hierarchy3"/>
    <dgm:cxn modelId="{4C154B32-B3E8-4D0A-8940-833CFD10DB46}" type="presOf" srcId="{C924CAF9-4515-4DD8-A6AC-1C7A41568442}" destId="{714E220F-2630-4677-8E7D-7C4C8E162513}" srcOrd="0" destOrd="0" presId="urn:microsoft.com/office/officeart/2005/8/layout/hierarchy3"/>
    <dgm:cxn modelId="{D0ED8E36-D2B3-4DFE-A747-E8F51715EBAA}" srcId="{C88F6A9A-1921-452F-8445-B31405531552}" destId="{B5DB9FAB-7C72-4585-A6FC-6384DB11C6DA}" srcOrd="0" destOrd="0" parTransId="{0BE9379D-A1AD-4C55-A116-4022F8F83916}" sibTransId="{4EC7707C-073B-40E7-A596-197007A99231}"/>
    <dgm:cxn modelId="{66060D38-682A-4C52-8ED5-4AFEC0550AE4}" type="presOf" srcId="{0D0A2C42-A26C-4A55-AD7E-5D1031048514}" destId="{3EABFF6B-BA8A-4BA5-940A-B110B8E18E97}" srcOrd="0" destOrd="0" presId="urn:microsoft.com/office/officeart/2005/8/layout/hierarchy3"/>
    <dgm:cxn modelId="{C2195A3B-8114-45D3-B10D-0CC41918A96B}" type="presOf" srcId="{D9038849-09EC-4227-9FBC-4C6AC6AF7C9A}" destId="{2834E524-9DA3-4CBC-874F-1E3E448E2926}" srcOrd="0" destOrd="0" presId="urn:microsoft.com/office/officeart/2005/8/layout/hierarchy3"/>
    <dgm:cxn modelId="{DF23B63B-D91A-4F31-B152-F5A06157BEDB}" srcId="{3C1501B1-06FF-4BBB-8E94-3B9438B50B5A}" destId="{C924CAF9-4515-4DD8-A6AC-1C7A41568442}" srcOrd="0" destOrd="0" parTransId="{20F8BD48-7D42-4A9B-944F-6542530CB38B}" sibTransId="{320E3D82-3305-44A6-A25A-5A66C664841A}"/>
    <dgm:cxn modelId="{61A0D040-75D1-416C-8552-BCC35F7D23F8}" type="presOf" srcId="{5134D050-D3A9-4449-8C1F-CC21F8F11E9E}" destId="{8113CF91-0630-4D48-83F2-DABD072FC193}" srcOrd="0" destOrd="0" presId="urn:microsoft.com/office/officeart/2005/8/layout/hierarchy3"/>
    <dgm:cxn modelId="{B1BFFE5F-8773-4533-BC22-7F4AF09697FD}" type="presOf" srcId="{F5F376AA-AEC8-4AC6-A851-385DFF7BECD4}" destId="{C7FA7E26-FF48-4AB3-B9DD-AF90D2B8F488}" srcOrd="1" destOrd="0" presId="urn:microsoft.com/office/officeart/2005/8/layout/hierarchy3"/>
    <dgm:cxn modelId="{200C9869-D347-4E91-937A-6055E0AD7420}" type="presOf" srcId="{FFE5B232-E2ED-4AEC-8CEE-6E62A506D0D1}" destId="{981BB762-84FB-46A1-906E-712BA2D9872A}" srcOrd="0" destOrd="0" presId="urn:microsoft.com/office/officeart/2005/8/layout/hierarchy3"/>
    <dgm:cxn modelId="{CABC3D4B-295F-4F9E-A9AA-7BA61E6A76A2}" type="presOf" srcId="{D1D0A129-A5E7-4E71-8470-534BE782220A}" destId="{C793C943-2BBD-434F-A643-0B83DC8608D7}" srcOrd="0" destOrd="0" presId="urn:microsoft.com/office/officeart/2005/8/layout/hierarchy3"/>
    <dgm:cxn modelId="{42CB126C-B2B5-4F6A-835B-F5903CBCFC07}" type="presOf" srcId="{E4D6F390-FC22-4609-BB47-5F915F2A0C83}" destId="{75654A48-628A-4747-B060-2DA89FD86B04}" srcOrd="0" destOrd="0" presId="urn:microsoft.com/office/officeart/2005/8/layout/hierarchy3"/>
    <dgm:cxn modelId="{BC8D0C4E-6A30-4F9E-A0D7-6283575305E5}" srcId="{C924CAF9-4515-4DD8-A6AC-1C7A41568442}" destId="{7E49BF46-DDCB-4909-A662-86EAF62F840D}" srcOrd="1" destOrd="0" parTransId="{D99DC766-44E8-4D60-8776-87055E48664F}" sibTransId="{1E84E655-649F-46F9-90D6-4EC2BB642821}"/>
    <dgm:cxn modelId="{856ABD6E-2285-46D9-9980-70B31A1C938F}" type="presOf" srcId="{49C4779F-51A4-482C-BC3B-FCEB741AAFD5}" destId="{C089BD33-BD0E-4203-9346-66E20281DCA6}" srcOrd="0" destOrd="0" presId="urn:microsoft.com/office/officeart/2005/8/layout/hierarchy3"/>
    <dgm:cxn modelId="{E42F4051-5F0F-4DC1-85BE-4DC64823E512}" type="presOf" srcId="{C88F6A9A-1921-452F-8445-B31405531552}" destId="{AAF11BA8-A5BF-4B03-989E-69189DAFF48F}" srcOrd="0" destOrd="0" presId="urn:microsoft.com/office/officeart/2005/8/layout/hierarchy3"/>
    <dgm:cxn modelId="{14C5EF59-8190-40C6-A49F-244BEB5987A0}" type="presOf" srcId="{F5F376AA-AEC8-4AC6-A851-385DFF7BECD4}" destId="{6A8092FC-39F7-4F4D-9394-AEC7B489E72D}" srcOrd="0" destOrd="0" presId="urn:microsoft.com/office/officeart/2005/8/layout/hierarchy3"/>
    <dgm:cxn modelId="{20B5CD95-A245-423F-82B6-4BC6B2BEB751}" srcId="{3C1501B1-06FF-4BBB-8E94-3B9438B50B5A}" destId="{C88F6A9A-1921-452F-8445-B31405531552}" srcOrd="4" destOrd="0" parTransId="{C0B3CFF7-8F86-497D-8EC3-A1198DD24946}" sibTransId="{7C0EB3DD-45D6-489D-BAD1-D52964CCEBC6}"/>
    <dgm:cxn modelId="{2B17C599-8EDF-41BB-AECE-944D840CE71C}" srcId="{3C1501B1-06FF-4BBB-8E94-3B9438B50B5A}" destId="{D1D0A129-A5E7-4E71-8470-534BE782220A}" srcOrd="3" destOrd="0" parTransId="{095A14DB-5D28-4950-A82C-9F3E9CFEC014}" sibTransId="{79F49975-53E5-4A30-823B-9EC1AF7CB8A0}"/>
    <dgm:cxn modelId="{F9710E9B-70F5-4C8C-AF39-537F435F510A}" srcId="{F5F376AA-AEC8-4AC6-A851-385DFF7BECD4}" destId="{B96D0A8B-2729-4021-8F45-DF3C59B3BB65}" srcOrd="1" destOrd="0" parTransId="{5B7C1066-C147-4DBD-A92B-278DDE7641B5}" sibTransId="{6B4E65B2-F48C-4A27-B946-49B1A92EC151}"/>
    <dgm:cxn modelId="{E46E85A5-FC2C-4672-AC93-BF7F48848143}" type="presOf" srcId="{C88F6A9A-1921-452F-8445-B31405531552}" destId="{30CE0B5E-8AC3-4E67-99F0-0C1B9164DD7F}" srcOrd="1" destOrd="0" presId="urn:microsoft.com/office/officeart/2005/8/layout/hierarchy3"/>
    <dgm:cxn modelId="{ECF5D4A5-23A2-4C8B-879B-2198ACB0BA07}" type="presOf" srcId="{BCE7E01E-4C3C-4BB0-9595-A50DD41F1068}" destId="{8106CD0B-2FCA-44E0-8CF1-E33455812057}" srcOrd="0" destOrd="0" presId="urn:microsoft.com/office/officeart/2005/8/layout/hierarchy3"/>
    <dgm:cxn modelId="{56D864A8-86ED-41B8-BF51-90A90C43B037}" srcId="{49C4779F-51A4-482C-BC3B-FCEB741AAFD5}" destId="{E4D6F390-FC22-4609-BB47-5F915F2A0C83}" srcOrd="0" destOrd="0" parTransId="{FFE5B232-E2ED-4AEC-8CEE-6E62A506D0D1}" sibTransId="{4C67826D-8A95-4142-858A-80C712212EB5}"/>
    <dgm:cxn modelId="{62C2F6A9-0309-4E38-A8B9-5FB9F88B23E2}" srcId="{49C4779F-51A4-482C-BC3B-FCEB741AAFD5}" destId="{665E2799-25B2-4197-B2BC-9F2CEE9F9A84}" srcOrd="1" destOrd="0" parTransId="{7FA3E649-FD07-4BB8-9331-F741062EA315}" sibTransId="{1179D40C-E851-4253-93E4-2C134220E240}"/>
    <dgm:cxn modelId="{D72E2BB4-B889-43EE-A89D-68802B65E7BA}" srcId="{D1D0A129-A5E7-4E71-8470-534BE782220A}" destId="{666E9B69-9956-4635-89AC-2E2B3D355EB8}" srcOrd="1" destOrd="0" parTransId="{0F32DF38-EA65-42C2-808B-DBF833CA828B}" sibTransId="{C9FBA699-1485-476E-9FB8-FBB0CCFCA96C}"/>
    <dgm:cxn modelId="{59DE6BBA-C847-484D-9E55-3C5985F7882F}" type="presOf" srcId="{B5DB9FAB-7C72-4585-A6FC-6384DB11C6DA}" destId="{4891EE93-BB04-43E3-B4BE-50149258A37C}" srcOrd="0" destOrd="0" presId="urn:microsoft.com/office/officeart/2005/8/layout/hierarchy3"/>
    <dgm:cxn modelId="{3E73EFBF-06E1-4937-860D-15A0013821D3}" srcId="{3C1501B1-06FF-4BBB-8E94-3B9438B50B5A}" destId="{F5F376AA-AEC8-4AC6-A851-385DFF7BECD4}" srcOrd="1" destOrd="0" parTransId="{839126EB-8366-44BF-8FE5-EB4517FEB6EC}" sibTransId="{96F009C8-4EEF-4AC9-B0A8-1EC994DA4035}"/>
    <dgm:cxn modelId="{39FB73C1-D4C2-4153-91C6-211DBEB0F297}" srcId="{D1D0A129-A5E7-4E71-8470-534BE782220A}" destId="{5134D050-D3A9-4449-8C1F-CC21F8F11E9E}" srcOrd="0" destOrd="0" parTransId="{0D0A2C42-A26C-4A55-AD7E-5D1031048514}" sibTransId="{D03553A2-6F5C-4741-8BC5-35C58DBD958A}"/>
    <dgm:cxn modelId="{0E456CC3-C084-4189-954D-EA679F881905}" type="presOf" srcId="{665E2799-25B2-4197-B2BC-9F2CEE9F9A84}" destId="{D6F02A56-11EC-4CF0-A12F-4883CEAD09CE}" srcOrd="0" destOrd="0" presId="urn:microsoft.com/office/officeart/2005/8/layout/hierarchy3"/>
    <dgm:cxn modelId="{26DDDDC8-B446-4CFF-9939-BE2133575641}" type="presOf" srcId="{7E49BF46-DDCB-4909-A662-86EAF62F840D}" destId="{427DAAC0-B2A4-46A7-BFB9-8FECE84DD8EB}" srcOrd="0" destOrd="0" presId="urn:microsoft.com/office/officeart/2005/8/layout/hierarchy3"/>
    <dgm:cxn modelId="{9CC801CC-7401-457B-944B-3425CBDBA3DC}" srcId="{C924CAF9-4515-4DD8-A6AC-1C7A41568442}" destId="{3E12613D-AE74-43D0-BCA4-F6CE839FF6EB}" srcOrd="0" destOrd="0" parTransId="{BCE7E01E-4C3C-4BB0-9595-A50DD41F1068}" sibTransId="{5C574B04-CECD-4420-A6A7-696B77518611}"/>
    <dgm:cxn modelId="{96D038CD-D87D-46B7-B82C-A4CEA7621274}" type="presOf" srcId="{3C1501B1-06FF-4BBB-8E94-3B9438B50B5A}" destId="{12E8F262-2A73-41D3-80E4-4938B605C13F}" srcOrd="0" destOrd="0" presId="urn:microsoft.com/office/officeart/2005/8/layout/hierarchy3"/>
    <dgm:cxn modelId="{0460F7E8-6D5D-4A5F-A631-93DD46607217}" type="presOf" srcId="{8A171D4A-EF2D-4E0F-BFE4-56E167600E65}" destId="{F105E24A-5E39-4B2D-8C77-F73246858C99}" srcOrd="0" destOrd="0" presId="urn:microsoft.com/office/officeart/2005/8/layout/hierarchy3"/>
    <dgm:cxn modelId="{C03FB5EC-2135-4F09-9425-6283E60EBEEE}" type="presOf" srcId="{0BE9379D-A1AD-4C55-A116-4022F8F83916}" destId="{A1CA91B3-6450-491E-92CC-27429BF3FF49}" srcOrd="0" destOrd="0" presId="urn:microsoft.com/office/officeart/2005/8/layout/hierarchy3"/>
    <dgm:cxn modelId="{0DDDDDED-7F5C-4865-9B88-905766017B6E}" type="presOf" srcId="{C924CAF9-4515-4DD8-A6AC-1C7A41568442}" destId="{CDEA06FF-26CD-48F5-9245-0F00FA66BCEF}" srcOrd="1" destOrd="0" presId="urn:microsoft.com/office/officeart/2005/8/layout/hierarchy3"/>
    <dgm:cxn modelId="{7FA9C1F0-FFF4-49EE-9A85-C16E28604532}" type="presOf" srcId="{5B7C1066-C147-4DBD-A92B-278DDE7641B5}" destId="{3A569968-116C-4678-B410-56D13EEC46EC}" srcOrd="0" destOrd="0" presId="urn:microsoft.com/office/officeart/2005/8/layout/hierarchy3"/>
    <dgm:cxn modelId="{415DEBF4-2512-48F1-8119-271EEB93C708}" type="presOf" srcId="{7FA3E649-FD07-4BB8-9331-F741062EA315}" destId="{CFE1BB52-242F-4EE2-A692-157989ABBB20}" srcOrd="0" destOrd="0" presId="urn:microsoft.com/office/officeart/2005/8/layout/hierarchy3"/>
    <dgm:cxn modelId="{5F4709FA-90C3-4051-B756-E35583FB259B}" type="presOf" srcId="{D1D0A129-A5E7-4E71-8470-534BE782220A}" destId="{796CC27E-EBA7-446E-BE71-FB470584ABD8}" srcOrd="1" destOrd="0" presId="urn:microsoft.com/office/officeart/2005/8/layout/hierarchy3"/>
    <dgm:cxn modelId="{02D330FA-F0F1-4919-9510-F39B9529FBB0}" type="presOf" srcId="{B96D0A8B-2729-4021-8F45-DF3C59B3BB65}" destId="{428B9E9E-C736-404E-82A4-2A42209D8E37}" srcOrd="0" destOrd="0" presId="urn:microsoft.com/office/officeart/2005/8/layout/hierarchy3"/>
    <dgm:cxn modelId="{84FE7B5C-8654-4A89-AD70-6ED1E5AABE0B}" type="presParOf" srcId="{12E8F262-2A73-41D3-80E4-4938B605C13F}" destId="{5D727A6F-3A35-4C88-9DA5-6EA15F79C647}" srcOrd="0" destOrd="0" presId="urn:microsoft.com/office/officeart/2005/8/layout/hierarchy3"/>
    <dgm:cxn modelId="{DC037C3B-5612-488C-9913-EFDBCF7F80AD}" type="presParOf" srcId="{5D727A6F-3A35-4C88-9DA5-6EA15F79C647}" destId="{2B8C1262-F0A5-4C9C-8BB7-833A24EAC0FC}" srcOrd="0" destOrd="0" presId="urn:microsoft.com/office/officeart/2005/8/layout/hierarchy3"/>
    <dgm:cxn modelId="{4DC0B083-A7ED-4D15-B4E4-9215A57A0B34}" type="presParOf" srcId="{2B8C1262-F0A5-4C9C-8BB7-833A24EAC0FC}" destId="{714E220F-2630-4677-8E7D-7C4C8E162513}" srcOrd="0" destOrd="0" presId="urn:microsoft.com/office/officeart/2005/8/layout/hierarchy3"/>
    <dgm:cxn modelId="{81225153-8B1E-4643-8777-F269AC146498}" type="presParOf" srcId="{2B8C1262-F0A5-4C9C-8BB7-833A24EAC0FC}" destId="{CDEA06FF-26CD-48F5-9245-0F00FA66BCEF}" srcOrd="1" destOrd="0" presId="urn:microsoft.com/office/officeart/2005/8/layout/hierarchy3"/>
    <dgm:cxn modelId="{F6BB656E-7C2E-49EA-BFA6-ED4BFC4A43B5}" type="presParOf" srcId="{5D727A6F-3A35-4C88-9DA5-6EA15F79C647}" destId="{E8019634-3961-40DD-A396-5A6A3C9801B0}" srcOrd="1" destOrd="0" presId="urn:microsoft.com/office/officeart/2005/8/layout/hierarchy3"/>
    <dgm:cxn modelId="{B7A975E9-70C3-4176-90BE-EA36D7068D35}" type="presParOf" srcId="{E8019634-3961-40DD-A396-5A6A3C9801B0}" destId="{8106CD0B-2FCA-44E0-8CF1-E33455812057}" srcOrd="0" destOrd="0" presId="urn:microsoft.com/office/officeart/2005/8/layout/hierarchy3"/>
    <dgm:cxn modelId="{D29B3843-022E-45D4-9175-057DAC898E64}" type="presParOf" srcId="{E8019634-3961-40DD-A396-5A6A3C9801B0}" destId="{8F9241FC-6B69-4349-8EB8-C898116FFC40}" srcOrd="1" destOrd="0" presId="urn:microsoft.com/office/officeart/2005/8/layout/hierarchy3"/>
    <dgm:cxn modelId="{B150D4D9-D6CA-40CE-9834-59CA57998BC5}" type="presParOf" srcId="{E8019634-3961-40DD-A396-5A6A3C9801B0}" destId="{9CDA4580-7D51-4101-B614-77F08D600D5A}" srcOrd="2" destOrd="0" presId="urn:microsoft.com/office/officeart/2005/8/layout/hierarchy3"/>
    <dgm:cxn modelId="{0C29A2B7-0337-4543-9838-12812E8219BF}" type="presParOf" srcId="{E8019634-3961-40DD-A396-5A6A3C9801B0}" destId="{427DAAC0-B2A4-46A7-BFB9-8FECE84DD8EB}" srcOrd="3" destOrd="0" presId="urn:microsoft.com/office/officeart/2005/8/layout/hierarchy3"/>
    <dgm:cxn modelId="{EF8DB428-559C-4ECE-AB52-1B117DF1FB52}" type="presParOf" srcId="{12E8F262-2A73-41D3-80E4-4938B605C13F}" destId="{4B525AA7-ED53-4A8E-AA50-36D2C73329D4}" srcOrd="1" destOrd="0" presId="urn:microsoft.com/office/officeart/2005/8/layout/hierarchy3"/>
    <dgm:cxn modelId="{7EDAD5A5-4775-49F9-94E3-71E4A8090F65}" type="presParOf" srcId="{4B525AA7-ED53-4A8E-AA50-36D2C73329D4}" destId="{F4E90D9C-F78E-4EDA-B142-296BBB5C5C3D}" srcOrd="0" destOrd="0" presId="urn:microsoft.com/office/officeart/2005/8/layout/hierarchy3"/>
    <dgm:cxn modelId="{D93FEB02-8C4D-47C8-B2B1-0B20F545FC09}" type="presParOf" srcId="{F4E90D9C-F78E-4EDA-B142-296BBB5C5C3D}" destId="{6A8092FC-39F7-4F4D-9394-AEC7B489E72D}" srcOrd="0" destOrd="0" presId="urn:microsoft.com/office/officeart/2005/8/layout/hierarchy3"/>
    <dgm:cxn modelId="{7B12340D-D866-4C47-AC71-8366F950DF61}" type="presParOf" srcId="{F4E90D9C-F78E-4EDA-B142-296BBB5C5C3D}" destId="{C7FA7E26-FF48-4AB3-B9DD-AF90D2B8F488}" srcOrd="1" destOrd="0" presId="urn:microsoft.com/office/officeart/2005/8/layout/hierarchy3"/>
    <dgm:cxn modelId="{8D1F970C-55F2-4D49-A940-64D0DC330967}" type="presParOf" srcId="{4B525AA7-ED53-4A8E-AA50-36D2C73329D4}" destId="{F5123F58-234E-4E33-B14D-FEC398078FB6}" srcOrd="1" destOrd="0" presId="urn:microsoft.com/office/officeart/2005/8/layout/hierarchy3"/>
    <dgm:cxn modelId="{A1048931-A44F-4100-B85C-BC9687ABCC76}" type="presParOf" srcId="{F5123F58-234E-4E33-B14D-FEC398078FB6}" destId="{2834E524-9DA3-4CBC-874F-1E3E448E2926}" srcOrd="0" destOrd="0" presId="urn:microsoft.com/office/officeart/2005/8/layout/hierarchy3"/>
    <dgm:cxn modelId="{8D07EBAE-9E4F-4E6E-9BAD-6D49C595F94B}" type="presParOf" srcId="{F5123F58-234E-4E33-B14D-FEC398078FB6}" destId="{F105E24A-5E39-4B2D-8C77-F73246858C99}" srcOrd="1" destOrd="0" presId="urn:microsoft.com/office/officeart/2005/8/layout/hierarchy3"/>
    <dgm:cxn modelId="{7558ABE1-1195-4386-90BA-3483DDAFED68}" type="presParOf" srcId="{F5123F58-234E-4E33-B14D-FEC398078FB6}" destId="{3A569968-116C-4678-B410-56D13EEC46EC}" srcOrd="2" destOrd="0" presId="urn:microsoft.com/office/officeart/2005/8/layout/hierarchy3"/>
    <dgm:cxn modelId="{091E2617-4414-4B77-B9AA-3448BFE9EE8C}" type="presParOf" srcId="{F5123F58-234E-4E33-B14D-FEC398078FB6}" destId="{428B9E9E-C736-404E-82A4-2A42209D8E37}" srcOrd="3" destOrd="0" presId="urn:microsoft.com/office/officeart/2005/8/layout/hierarchy3"/>
    <dgm:cxn modelId="{3ACB488E-59E4-49D2-9E08-F7EB415D0BFD}" type="presParOf" srcId="{12E8F262-2A73-41D3-80E4-4938B605C13F}" destId="{3B8D9D06-BC79-4CF3-901E-9D7F5F5FFC05}" srcOrd="2" destOrd="0" presId="urn:microsoft.com/office/officeart/2005/8/layout/hierarchy3"/>
    <dgm:cxn modelId="{C0E7418C-4425-47AD-BD70-3F817D2EDF2E}" type="presParOf" srcId="{3B8D9D06-BC79-4CF3-901E-9D7F5F5FFC05}" destId="{6F2BF4DE-10A6-4329-850E-746067E9478D}" srcOrd="0" destOrd="0" presId="urn:microsoft.com/office/officeart/2005/8/layout/hierarchy3"/>
    <dgm:cxn modelId="{F57B626A-3364-4AB6-A386-3108002BC65C}" type="presParOf" srcId="{6F2BF4DE-10A6-4329-850E-746067E9478D}" destId="{C089BD33-BD0E-4203-9346-66E20281DCA6}" srcOrd="0" destOrd="0" presId="urn:microsoft.com/office/officeart/2005/8/layout/hierarchy3"/>
    <dgm:cxn modelId="{3CD16726-9B5B-45ED-AB2C-DF2F797B60AD}" type="presParOf" srcId="{6F2BF4DE-10A6-4329-850E-746067E9478D}" destId="{59F3F358-3B57-4832-869B-4BA0EB8DB8E5}" srcOrd="1" destOrd="0" presId="urn:microsoft.com/office/officeart/2005/8/layout/hierarchy3"/>
    <dgm:cxn modelId="{D8383853-9E8D-45BE-BC41-329F3C847DEB}" type="presParOf" srcId="{3B8D9D06-BC79-4CF3-901E-9D7F5F5FFC05}" destId="{A1BB2991-31C0-446C-BEEF-71E696296E11}" srcOrd="1" destOrd="0" presId="urn:microsoft.com/office/officeart/2005/8/layout/hierarchy3"/>
    <dgm:cxn modelId="{17A470E7-431A-4B10-A3F7-3A1D49F43565}" type="presParOf" srcId="{A1BB2991-31C0-446C-BEEF-71E696296E11}" destId="{981BB762-84FB-46A1-906E-712BA2D9872A}" srcOrd="0" destOrd="0" presId="urn:microsoft.com/office/officeart/2005/8/layout/hierarchy3"/>
    <dgm:cxn modelId="{A65189CB-B593-49F3-8A3F-835A8DBACBA2}" type="presParOf" srcId="{A1BB2991-31C0-446C-BEEF-71E696296E11}" destId="{75654A48-628A-4747-B060-2DA89FD86B04}" srcOrd="1" destOrd="0" presId="urn:microsoft.com/office/officeart/2005/8/layout/hierarchy3"/>
    <dgm:cxn modelId="{B87093C1-C7B1-4777-BD1F-456530D2F7FB}" type="presParOf" srcId="{A1BB2991-31C0-446C-BEEF-71E696296E11}" destId="{CFE1BB52-242F-4EE2-A692-157989ABBB20}" srcOrd="2" destOrd="0" presId="urn:microsoft.com/office/officeart/2005/8/layout/hierarchy3"/>
    <dgm:cxn modelId="{B5213D70-7F03-4428-BF0D-3736BC65914D}" type="presParOf" srcId="{A1BB2991-31C0-446C-BEEF-71E696296E11}" destId="{D6F02A56-11EC-4CF0-A12F-4883CEAD09CE}" srcOrd="3" destOrd="0" presId="urn:microsoft.com/office/officeart/2005/8/layout/hierarchy3"/>
    <dgm:cxn modelId="{A1C4711B-B78C-4F67-B670-ED590DE322A5}" type="presParOf" srcId="{12E8F262-2A73-41D3-80E4-4938B605C13F}" destId="{9333C999-36D9-4179-96A6-D5DE2374B476}" srcOrd="3" destOrd="0" presId="urn:microsoft.com/office/officeart/2005/8/layout/hierarchy3"/>
    <dgm:cxn modelId="{F04FAF0F-8B48-4408-8116-0FF567C42156}" type="presParOf" srcId="{9333C999-36D9-4179-96A6-D5DE2374B476}" destId="{0196B0DA-9F21-4E2A-B17E-46C6FDEC7652}" srcOrd="0" destOrd="0" presId="urn:microsoft.com/office/officeart/2005/8/layout/hierarchy3"/>
    <dgm:cxn modelId="{A3F2B107-3517-4F53-8F0A-962665D4A91C}" type="presParOf" srcId="{0196B0DA-9F21-4E2A-B17E-46C6FDEC7652}" destId="{C793C943-2BBD-434F-A643-0B83DC8608D7}" srcOrd="0" destOrd="0" presId="urn:microsoft.com/office/officeart/2005/8/layout/hierarchy3"/>
    <dgm:cxn modelId="{549D71B7-B9C5-41E3-AB1D-C8FADA372D06}" type="presParOf" srcId="{0196B0DA-9F21-4E2A-B17E-46C6FDEC7652}" destId="{796CC27E-EBA7-446E-BE71-FB470584ABD8}" srcOrd="1" destOrd="0" presId="urn:microsoft.com/office/officeart/2005/8/layout/hierarchy3"/>
    <dgm:cxn modelId="{651B8F6F-C09E-44D4-B7BE-55270A2441EB}" type="presParOf" srcId="{9333C999-36D9-4179-96A6-D5DE2374B476}" destId="{A612E8BB-BEA2-4EB0-B372-64A409C1BCD9}" srcOrd="1" destOrd="0" presId="urn:microsoft.com/office/officeart/2005/8/layout/hierarchy3"/>
    <dgm:cxn modelId="{645C8A1D-DF2B-40EF-A3BE-514E03CCB300}" type="presParOf" srcId="{A612E8BB-BEA2-4EB0-B372-64A409C1BCD9}" destId="{3EABFF6B-BA8A-4BA5-940A-B110B8E18E97}" srcOrd="0" destOrd="0" presId="urn:microsoft.com/office/officeart/2005/8/layout/hierarchy3"/>
    <dgm:cxn modelId="{D3E6C81C-4E8D-4C2B-8625-CE0D5AA34D5A}" type="presParOf" srcId="{A612E8BB-BEA2-4EB0-B372-64A409C1BCD9}" destId="{8113CF91-0630-4D48-83F2-DABD072FC193}" srcOrd="1" destOrd="0" presId="urn:microsoft.com/office/officeart/2005/8/layout/hierarchy3"/>
    <dgm:cxn modelId="{2CCDA78B-2425-44F8-98C1-F818956E4DAE}" type="presParOf" srcId="{A612E8BB-BEA2-4EB0-B372-64A409C1BCD9}" destId="{C498BA44-DA00-4AF7-931C-5A2931DEFB51}" srcOrd="2" destOrd="0" presId="urn:microsoft.com/office/officeart/2005/8/layout/hierarchy3"/>
    <dgm:cxn modelId="{738346BE-1CD9-4AE0-82B0-80A86672B5C1}" type="presParOf" srcId="{A612E8BB-BEA2-4EB0-B372-64A409C1BCD9}" destId="{EA3F7C3D-3BBE-43D3-93F0-CEED56320221}" srcOrd="3" destOrd="0" presId="urn:microsoft.com/office/officeart/2005/8/layout/hierarchy3"/>
    <dgm:cxn modelId="{BE9761A7-9287-451B-BE16-929C79BE820A}" type="presParOf" srcId="{12E8F262-2A73-41D3-80E4-4938B605C13F}" destId="{ECBFEB71-0400-4A4E-89E1-CD2B0FAADF20}" srcOrd="4" destOrd="0" presId="urn:microsoft.com/office/officeart/2005/8/layout/hierarchy3"/>
    <dgm:cxn modelId="{A5CECE5A-D83E-4238-ADE6-82B488438414}" type="presParOf" srcId="{ECBFEB71-0400-4A4E-89E1-CD2B0FAADF20}" destId="{F27C8C8E-C90B-4EDF-8909-CCD5A429B432}" srcOrd="0" destOrd="0" presId="urn:microsoft.com/office/officeart/2005/8/layout/hierarchy3"/>
    <dgm:cxn modelId="{EB80ACF7-1296-4196-A6C8-1185B39D1FBA}" type="presParOf" srcId="{F27C8C8E-C90B-4EDF-8909-CCD5A429B432}" destId="{AAF11BA8-A5BF-4B03-989E-69189DAFF48F}" srcOrd="0" destOrd="0" presId="urn:microsoft.com/office/officeart/2005/8/layout/hierarchy3"/>
    <dgm:cxn modelId="{35AB5A60-AC00-40DB-B0AD-1496E91B33F0}" type="presParOf" srcId="{F27C8C8E-C90B-4EDF-8909-CCD5A429B432}" destId="{30CE0B5E-8AC3-4E67-99F0-0C1B9164DD7F}" srcOrd="1" destOrd="0" presId="urn:microsoft.com/office/officeart/2005/8/layout/hierarchy3"/>
    <dgm:cxn modelId="{765EB671-1500-47C8-B92F-24D00AD3794C}" type="presParOf" srcId="{ECBFEB71-0400-4A4E-89E1-CD2B0FAADF20}" destId="{D78CC7AA-4D0A-46B2-A6BD-A5DB7E65C811}" srcOrd="1" destOrd="0" presId="urn:microsoft.com/office/officeart/2005/8/layout/hierarchy3"/>
    <dgm:cxn modelId="{41B0AC08-0387-42FE-AC56-EB1241480E8C}" type="presParOf" srcId="{D78CC7AA-4D0A-46B2-A6BD-A5DB7E65C811}" destId="{A1CA91B3-6450-491E-92CC-27429BF3FF49}" srcOrd="0" destOrd="0" presId="urn:microsoft.com/office/officeart/2005/8/layout/hierarchy3"/>
    <dgm:cxn modelId="{CD562B50-6F3F-454A-9664-5C1A853BD56B}" type="presParOf" srcId="{D78CC7AA-4D0A-46B2-A6BD-A5DB7E65C811}" destId="{4891EE93-BB04-43E3-B4BE-50149258A37C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586EFC6-7E00-473D-86F2-3B211F700225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71F20C3-03E2-4922-B894-4B207E958323}">
      <dgm:prSet custT="1"/>
      <dgm:spPr/>
      <dgm:t>
        <a:bodyPr/>
        <a:lstStyle/>
        <a:p>
          <a:r>
            <a:rPr lang="cs-CZ" sz="1800" noProof="0" dirty="0"/>
            <a:t>Silná závislost mezi růstem cen nemovitostí a růstem čistého bohatství domácností (ale i naopak)</a:t>
          </a:r>
        </a:p>
      </dgm:t>
    </dgm:pt>
    <dgm:pt modelId="{0873BEE0-8200-41E9-8662-3982923DF074}" type="parTrans" cxnId="{CF46414B-60EC-4901-B4B5-26582B1932A9}">
      <dgm:prSet/>
      <dgm:spPr/>
      <dgm:t>
        <a:bodyPr/>
        <a:lstStyle/>
        <a:p>
          <a:endParaRPr lang="en-GB" sz="1800"/>
        </a:p>
      </dgm:t>
    </dgm:pt>
    <dgm:pt modelId="{1530EA76-7855-4894-B8C1-53B2097F9A83}" type="sibTrans" cxnId="{CF46414B-60EC-4901-B4B5-26582B1932A9}">
      <dgm:prSet/>
      <dgm:spPr/>
      <dgm:t>
        <a:bodyPr/>
        <a:lstStyle/>
        <a:p>
          <a:endParaRPr lang="en-GB" sz="1800"/>
        </a:p>
      </dgm:t>
    </dgm:pt>
    <dgm:pt modelId="{4E6DC541-3F31-49D9-A9EB-D3948E9B75A7}">
      <dgm:prSet custT="1"/>
      <dgm:spPr/>
      <dgm:t>
        <a:bodyPr/>
        <a:lstStyle/>
        <a:p>
          <a:r>
            <a:rPr lang="cs-CZ" sz="1800" b="1" noProof="0" dirty="0"/>
            <a:t>nemovitosti</a:t>
          </a:r>
          <a:r>
            <a:rPr lang="cs-CZ" sz="1800" noProof="0" dirty="0"/>
            <a:t> tvoří klíčovou složku majetku domácností</a:t>
          </a:r>
        </a:p>
      </dgm:t>
    </dgm:pt>
    <dgm:pt modelId="{E5EB944E-A958-46BA-A8D4-5710C65E532E}" type="parTrans" cxnId="{70697860-4B2C-44E8-9590-A92105037C04}">
      <dgm:prSet/>
      <dgm:spPr/>
      <dgm:t>
        <a:bodyPr/>
        <a:lstStyle/>
        <a:p>
          <a:endParaRPr lang="en-GB" sz="1800"/>
        </a:p>
      </dgm:t>
    </dgm:pt>
    <dgm:pt modelId="{ED8E6FE4-907D-4FFA-8725-F59F4A087FFD}" type="sibTrans" cxnId="{70697860-4B2C-44E8-9590-A92105037C04}">
      <dgm:prSet/>
      <dgm:spPr/>
      <dgm:t>
        <a:bodyPr/>
        <a:lstStyle/>
        <a:p>
          <a:endParaRPr lang="en-GB" sz="1800"/>
        </a:p>
      </dgm:t>
    </dgm:pt>
    <dgm:pt modelId="{F9BBD098-BD5A-43DE-8DB2-4CCE8CAC6AE4}">
      <dgm:prSet custT="1"/>
      <dgm:spPr/>
      <dgm:t>
        <a:bodyPr/>
        <a:lstStyle/>
        <a:p>
          <a:r>
            <a:rPr lang="cs-CZ" sz="1800" noProof="0" dirty="0"/>
            <a:t>Implikace</a:t>
          </a:r>
        </a:p>
      </dgm:t>
    </dgm:pt>
    <dgm:pt modelId="{242EB1D6-E1CC-4AC5-8477-87C80DE510DB}" type="parTrans" cxnId="{20260D54-65A0-4C2D-B4C7-DBBDBEC37BD6}">
      <dgm:prSet/>
      <dgm:spPr/>
      <dgm:t>
        <a:bodyPr/>
        <a:lstStyle/>
        <a:p>
          <a:endParaRPr lang="en-GB" sz="1800"/>
        </a:p>
      </dgm:t>
    </dgm:pt>
    <dgm:pt modelId="{F8740EAD-C720-40B8-82C0-C20BF0808990}" type="sibTrans" cxnId="{20260D54-65A0-4C2D-B4C7-DBBDBEC37BD6}">
      <dgm:prSet/>
      <dgm:spPr/>
      <dgm:t>
        <a:bodyPr/>
        <a:lstStyle/>
        <a:p>
          <a:endParaRPr lang="en-GB" sz="1800"/>
        </a:p>
      </dgm:t>
    </dgm:pt>
    <dgm:pt modelId="{51F472AB-F198-45AB-9473-CF107B243901}">
      <dgm:prSet custT="1"/>
      <dgm:spPr/>
      <dgm:t>
        <a:bodyPr/>
        <a:lstStyle/>
        <a:p>
          <a:r>
            <a:rPr lang="cs-CZ" sz="1800" b="1" noProof="0" dirty="0"/>
            <a:t>volatilita</a:t>
          </a:r>
          <a:r>
            <a:rPr lang="cs-CZ" sz="1800" noProof="0" dirty="0"/>
            <a:t> cen domů má přímý dopad na finanční stabilitu domácností</a:t>
          </a:r>
        </a:p>
      </dgm:t>
    </dgm:pt>
    <dgm:pt modelId="{4F406E4B-2886-4907-AD4C-A91F9D2E3511}" type="parTrans" cxnId="{2A6C4A48-7C2F-49B2-934C-B0EA305A75A5}">
      <dgm:prSet/>
      <dgm:spPr/>
      <dgm:t>
        <a:bodyPr/>
        <a:lstStyle/>
        <a:p>
          <a:endParaRPr lang="en-GB" sz="1800"/>
        </a:p>
      </dgm:t>
    </dgm:pt>
    <dgm:pt modelId="{84006D23-AE8B-4787-A725-312BE1E35FE4}" type="sibTrans" cxnId="{2A6C4A48-7C2F-49B2-934C-B0EA305A75A5}">
      <dgm:prSet/>
      <dgm:spPr/>
      <dgm:t>
        <a:bodyPr/>
        <a:lstStyle/>
        <a:p>
          <a:endParaRPr lang="en-GB" sz="1800"/>
        </a:p>
      </dgm:t>
    </dgm:pt>
    <dgm:pt modelId="{0F176FA6-32A3-44FF-942A-218A4ECFB64D}">
      <dgm:prSet custT="1"/>
      <dgm:spPr/>
      <dgm:t>
        <a:bodyPr/>
        <a:lstStyle/>
        <a:p>
          <a:r>
            <a:rPr lang="cs-CZ" sz="1800" noProof="0" dirty="0"/>
            <a:t>Riziko</a:t>
          </a:r>
        </a:p>
      </dgm:t>
    </dgm:pt>
    <dgm:pt modelId="{1CC32CCB-074C-4840-870A-D0C45EEA4D1D}" type="parTrans" cxnId="{27077FFC-9446-459A-9A97-F7A398D8B3C4}">
      <dgm:prSet/>
      <dgm:spPr/>
      <dgm:t>
        <a:bodyPr/>
        <a:lstStyle/>
        <a:p>
          <a:endParaRPr lang="en-GB" sz="1800"/>
        </a:p>
      </dgm:t>
    </dgm:pt>
    <dgm:pt modelId="{F95153F0-DA5D-404D-AE63-3102A3379E11}" type="sibTrans" cxnId="{27077FFC-9446-459A-9A97-F7A398D8B3C4}">
      <dgm:prSet/>
      <dgm:spPr/>
      <dgm:t>
        <a:bodyPr/>
        <a:lstStyle/>
        <a:p>
          <a:endParaRPr lang="en-GB" sz="1800"/>
        </a:p>
      </dgm:t>
    </dgm:pt>
    <dgm:pt modelId="{9F45DB34-5D75-4024-AE78-8089A7496A91}">
      <dgm:prSet custT="1"/>
      <dgm:spPr/>
      <dgm:t>
        <a:bodyPr/>
        <a:lstStyle/>
        <a:p>
          <a:r>
            <a:rPr lang="cs-CZ" sz="1800" noProof="0" dirty="0"/>
            <a:t>pokud se ceny nemovitostí odpojí od </a:t>
          </a:r>
          <a:r>
            <a:rPr lang="cs-CZ" sz="1800" b="1" noProof="0" dirty="0"/>
            <a:t>fundamentů</a:t>
          </a:r>
          <a:r>
            <a:rPr lang="cs-CZ" sz="1800" noProof="0" dirty="0"/>
            <a:t>, může dojít k prudkému poklesu čistého bohatství</a:t>
          </a:r>
        </a:p>
      </dgm:t>
    </dgm:pt>
    <dgm:pt modelId="{CFB97D3A-744B-409E-BDC9-C49AD7A81970}" type="parTrans" cxnId="{553FAA19-E988-4FBE-83E2-20E710604273}">
      <dgm:prSet/>
      <dgm:spPr/>
      <dgm:t>
        <a:bodyPr/>
        <a:lstStyle/>
        <a:p>
          <a:endParaRPr lang="en-GB" sz="1800"/>
        </a:p>
      </dgm:t>
    </dgm:pt>
    <dgm:pt modelId="{15787452-177F-48BC-8EFF-2403C7C8375E}" type="sibTrans" cxnId="{553FAA19-E988-4FBE-83E2-20E710604273}">
      <dgm:prSet/>
      <dgm:spPr/>
      <dgm:t>
        <a:bodyPr/>
        <a:lstStyle/>
        <a:p>
          <a:endParaRPr lang="en-GB" sz="1800"/>
        </a:p>
      </dgm:t>
    </dgm:pt>
    <dgm:pt modelId="{A8E2A44E-FE02-49EA-87D6-428DE66AF757}">
      <dgm:prSet custT="1"/>
      <dgm:spPr/>
      <dgm:t>
        <a:bodyPr/>
        <a:lstStyle/>
        <a:p>
          <a:r>
            <a:rPr lang="cs-CZ" sz="1800" noProof="0" dirty="0"/>
            <a:t>růst bohatství není vždy tažen produktivitou, ale spíše </a:t>
          </a:r>
          <a:r>
            <a:rPr lang="cs-CZ" sz="1800" b="1" noProof="0" dirty="0"/>
            <a:t>cenovými efekty</a:t>
          </a:r>
        </a:p>
      </dgm:t>
    </dgm:pt>
    <dgm:pt modelId="{E8F2198F-0934-4B3D-A45A-4356A072A10E}" type="parTrans" cxnId="{E1169BF9-3B8C-4CFD-AC27-D56174630455}">
      <dgm:prSet/>
      <dgm:spPr/>
      <dgm:t>
        <a:bodyPr/>
        <a:lstStyle/>
        <a:p>
          <a:endParaRPr lang="en-GB"/>
        </a:p>
      </dgm:t>
    </dgm:pt>
    <dgm:pt modelId="{4B24EE8C-28DE-4C77-9BB0-CDF2787DA55E}" type="sibTrans" cxnId="{E1169BF9-3B8C-4CFD-AC27-D56174630455}">
      <dgm:prSet/>
      <dgm:spPr/>
      <dgm:t>
        <a:bodyPr/>
        <a:lstStyle/>
        <a:p>
          <a:endParaRPr lang="en-GB"/>
        </a:p>
      </dgm:t>
    </dgm:pt>
    <dgm:pt modelId="{66EE5D26-7002-4C57-93CA-AF40B9382611}">
      <dgm:prSet custT="1"/>
      <dgm:spPr/>
      <dgm:t>
        <a:bodyPr/>
        <a:lstStyle/>
        <a:p>
          <a:r>
            <a:rPr lang="cs-CZ" sz="1800" b="1" noProof="0" dirty="0"/>
            <a:t>negativní dopad </a:t>
          </a:r>
          <a:r>
            <a:rPr lang="cs-CZ" sz="1800" noProof="0" dirty="0"/>
            <a:t>na spotřebu a ekonomiku </a:t>
          </a:r>
        </a:p>
      </dgm:t>
    </dgm:pt>
    <dgm:pt modelId="{04AFC0C4-5CD7-497A-A928-9432AE445305}" type="parTrans" cxnId="{224ACB47-5618-4B81-B168-8D4E3B767F3E}">
      <dgm:prSet/>
      <dgm:spPr/>
      <dgm:t>
        <a:bodyPr/>
        <a:lstStyle/>
        <a:p>
          <a:endParaRPr lang="en-GB"/>
        </a:p>
      </dgm:t>
    </dgm:pt>
    <dgm:pt modelId="{9418608E-DD79-47C4-A4A9-B71160119D3D}" type="sibTrans" cxnId="{224ACB47-5618-4B81-B168-8D4E3B767F3E}">
      <dgm:prSet/>
      <dgm:spPr/>
      <dgm:t>
        <a:bodyPr/>
        <a:lstStyle/>
        <a:p>
          <a:endParaRPr lang="en-GB"/>
        </a:p>
      </dgm:t>
    </dgm:pt>
    <dgm:pt modelId="{40A39CFB-B2EB-4482-99AB-FB1CF6C2FFB5}" type="pres">
      <dgm:prSet presAssocID="{3586EFC6-7E00-473D-86F2-3B211F700225}" presName="linear" presStyleCnt="0">
        <dgm:presLayoutVars>
          <dgm:dir/>
          <dgm:animLvl val="lvl"/>
          <dgm:resizeHandles val="exact"/>
        </dgm:presLayoutVars>
      </dgm:prSet>
      <dgm:spPr/>
    </dgm:pt>
    <dgm:pt modelId="{93DF9FD5-7CEC-414D-A8FE-A39AE59DB18C}" type="pres">
      <dgm:prSet presAssocID="{171F20C3-03E2-4922-B894-4B207E958323}" presName="parentLin" presStyleCnt="0"/>
      <dgm:spPr/>
    </dgm:pt>
    <dgm:pt modelId="{8ADFB94B-6479-468B-9C38-8F1235039645}" type="pres">
      <dgm:prSet presAssocID="{171F20C3-03E2-4922-B894-4B207E958323}" presName="parentLeftMargin" presStyleLbl="node1" presStyleIdx="0" presStyleCnt="3"/>
      <dgm:spPr/>
    </dgm:pt>
    <dgm:pt modelId="{0870D8D1-AC70-4812-B509-477ED8047951}" type="pres">
      <dgm:prSet presAssocID="{171F20C3-03E2-4922-B894-4B207E9583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F80CC24-C956-4A86-B79F-07D22FFAFF8E}" type="pres">
      <dgm:prSet presAssocID="{171F20C3-03E2-4922-B894-4B207E958323}" presName="negativeSpace" presStyleCnt="0"/>
      <dgm:spPr/>
    </dgm:pt>
    <dgm:pt modelId="{B41880FD-99D3-4F5B-8ED7-C64B9F505F5F}" type="pres">
      <dgm:prSet presAssocID="{171F20C3-03E2-4922-B894-4B207E958323}" presName="childText" presStyleLbl="conFgAcc1" presStyleIdx="0" presStyleCnt="3">
        <dgm:presLayoutVars>
          <dgm:bulletEnabled val="1"/>
        </dgm:presLayoutVars>
      </dgm:prSet>
      <dgm:spPr/>
    </dgm:pt>
    <dgm:pt modelId="{3A39B6DE-C6E5-4918-A1F5-31DB07105E26}" type="pres">
      <dgm:prSet presAssocID="{1530EA76-7855-4894-B8C1-53B2097F9A83}" presName="spaceBetweenRectangles" presStyleCnt="0"/>
      <dgm:spPr/>
    </dgm:pt>
    <dgm:pt modelId="{BF66E8AE-D615-437A-9FFB-8FE89ED59CB7}" type="pres">
      <dgm:prSet presAssocID="{F9BBD098-BD5A-43DE-8DB2-4CCE8CAC6AE4}" presName="parentLin" presStyleCnt="0"/>
      <dgm:spPr/>
    </dgm:pt>
    <dgm:pt modelId="{135853E8-9623-4757-80F5-114E3E8CCF36}" type="pres">
      <dgm:prSet presAssocID="{F9BBD098-BD5A-43DE-8DB2-4CCE8CAC6AE4}" presName="parentLeftMargin" presStyleLbl="node1" presStyleIdx="0" presStyleCnt="3"/>
      <dgm:spPr/>
    </dgm:pt>
    <dgm:pt modelId="{DB9A1EA3-8BB5-4F82-AC73-6820E1BDFA9C}" type="pres">
      <dgm:prSet presAssocID="{F9BBD098-BD5A-43DE-8DB2-4CCE8CAC6A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7A3651-A945-469E-ADA0-8516B08AFC57}" type="pres">
      <dgm:prSet presAssocID="{F9BBD098-BD5A-43DE-8DB2-4CCE8CAC6AE4}" presName="negativeSpace" presStyleCnt="0"/>
      <dgm:spPr/>
    </dgm:pt>
    <dgm:pt modelId="{0419313C-3051-4837-9800-14FB78368E4B}" type="pres">
      <dgm:prSet presAssocID="{F9BBD098-BD5A-43DE-8DB2-4CCE8CAC6AE4}" presName="childText" presStyleLbl="conFgAcc1" presStyleIdx="1" presStyleCnt="3">
        <dgm:presLayoutVars>
          <dgm:bulletEnabled val="1"/>
        </dgm:presLayoutVars>
      </dgm:prSet>
      <dgm:spPr/>
    </dgm:pt>
    <dgm:pt modelId="{41146F3C-725F-4830-8AFE-5E1E590FF8AA}" type="pres">
      <dgm:prSet presAssocID="{F8740EAD-C720-40B8-82C0-C20BF0808990}" presName="spaceBetweenRectangles" presStyleCnt="0"/>
      <dgm:spPr/>
    </dgm:pt>
    <dgm:pt modelId="{25D25304-008F-4F35-8048-335228B4F446}" type="pres">
      <dgm:prSet presAssocID="{0F176FA6-32A3-44FF-942A-218A4ECFB64D}" presName="parentLin" presStyleCnt="0"/>
      <dgm:spPr/>
    </dgm:pt>
    <dgm:pt modelId="{DAA377BB-FF53-40A9-BE4B-EFB62E9BE0EF}" type="pres">
      <dgm:prSet presAssocID="{0F176FA6-32A3-44FF-942A-218A4ECFB64D}" presName="parentLeftMargin" presStyleLbl="node1" presStyleIdx="1" presStyleCnt="3"/>
      <dgm:spPr/>
    </dgm:pt>
    <dgm:pt modelId="{02A16C6E-6FBD-47BA-B442-CB5E9057D6BA}" type="pres">
      <dgm:prSet presAssocID="{0F176FA6-32A3-44FF-942A-218A4ECFB64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A38F9D5-298E-4764-A7FB-96B4990AFA4F}" type="pres">
      <dgm:prSet presAssocID="{0F176FA6-32A3-44FF-942A-218A4ECFB64D}" presName="negativeSpace" presStyleCnt="0"/>
      <dgm:spPr/>
    </dgm:pt>
    <dgm:pt modelId="{A3045E3E-F91B-437A-B9A8-D3F21885177D}" type="pres">
      <dgm:prSet presAssocID="{0F176FA6-32A3-44FF-942A-218A4ECFB64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9E54E14-BED6-4CE3-88D2-B51B7C9DFA93}" type="presOf" srcId="{9F45DB34-5D75-4024-AE78-8089A7496A91}" destId="{A3045E3E-F91B-437A-B9A8-D3F21885177D}" srcOrd="0" destOrd="0" presId="urn:microsoft.com/office/officeart/2005/8/layout/list1"/>
    <dgm:cxn modelId="{553FAA19-E988-4FBE-83E2-20E710604273}" srcId="{0F176FA6-32A3-44FF-942A-218A4ECFB64D}" destId="{9F45DB34-5D75-4024-AE78-8089A7496A91}" srcOrd="0" destOrd="0" parTransId="{CFB97D3A-744B-409E-BDC9-C49AD7A81970}" sibTransId="{15787452-177F-48BC-8EFF-2403C7C8375E}"/>
    <dgm:cxn modelId="{70697860-4B2C-44E8-9590-A92105037C04}" srcId="{171F20C3-03E2-4922-B894-4B207E958323}" destId="{4E6DC541-3F31-49D9-A9EB-D3948E9B75A7}" srcOrd="0" destOrd="0" parTransId="{E5EB944E-A958-46BA-A8D4-5710C65E532E}" sibTransId="{ED8E6FE4-907D-4FFA-8725-F59F4A087FFD}"/>
    <dgm:cxn modelId="{E0148845-7B76-47A9-BF62-CB5194A58470}" type="presOf" srcId="{0F176FA6-32A3-44FF-942A-218A4ECFB64D}" destId="{DAA377BB-FF53-40A9-BE4B-EFB62E9BE0EF}" srcOrd="0" destOrd="0" presId="urn:microsoft.com/office/officeart/2005/8/layout/list1"/>
    <dgm:cxn modelId="{224ACB47-5618-4B81-B168-8D4E3B767F3E}" srcId="{0F176FA6-32A3-44FF-942A-218A4ECFB64D}" destId="{66EE5D26-7002-4C57-93CA-AF40B9382611}" srcOrd="1" destOrd="0" parTransId="{04AFC0C4-5CD7-497A-A928-9432AE445305}" sibTransId="{9418608E-DD79-47C4-A4A9-B71160119D3D}"/>
    <dgm:cxn modelId="{2A6C4A48-7C2F-49B2-934C-B0EA305A75A5}" srcId="{F9BBD098-BD5A-43DE-8DB2-4CCE8CAC6AE4}" destId="{51F472AB-F198-45AB-9473-CF107B243901}" srcOrd="0" destOrd="0" parTransId="{4F406E4B-2886-4907-AD4C-A91F9D2E3511}" sibTransId="{84006D23-AE8B-4787-A725-312BE1E35FE4}"/>
    <dgm:cxn modelId="{CF46414B-60EC-4901-B4B5-26582B1932A9}" srcId="{3586EFC6-7E00-473D-86F2-3B211F700225}" destId="{171F20C3-03E2-4922-B894-4B207E958323}" srcOrd="0" destOrd="0" parTransId="{0873BEE0-8200-41E9-8662-3982923DF074}" sibTransId="{1530EA76-7855-4894-B8C1-53B2097F9A83}"/>
    <dgm:cxn modelId="{20260D54-65A0-4C2D-B4C7-DBBDBEC37BD6}" srcId="{3586EFC6-7E00-473D-86F2-3B211F700225}" destId="{F9BBD098-BD5A-43DE-8DB2-4CCE8CAC6AE4}" srcOrd="1" destOrd="0" parTransId="{242EB1D6-E1CC-4AC5-8477-87C80DE510DB}" sibTransId="{F8740EAD-C720-40B8-82C0-C20BF0808990}"/>
    <dgm:cxn modelId="{0C5CDC74-E291-4E56-8609-185B4854CF51}" type="presOf" srcId="{4E6DC541-3F31-49D9-A9EB-D3948E9B75A7}" destId="{B41880FD-99D3-4F5B-8ED7-C64B9F505F5F}" srcOrd="0" destOrd="0" presId="urn:microsoft.com/office/officeart/2005/8/layout/list1"/>
    <dgm:cxn modelId="{40821057-AC06-4892-9ACF-B837F72B4796}" type="presOf" srcId="{66EE5D26-7002-4C57-93CA-AF40B9382611}" destId="{A3045E3E-F91B-437A-B9A8-D3F21885177D}" srcOrd="0" destOrd="1" presId="urn:microsoft.com/office/officeart/2005/8/layout/list1"/>
    <dgm:cxn modelId="{49945579-614A-4A3C-8820-FB309D02DE62}" type="presOf" srcId="{3586EFC6-7E00-473D-86F2-3B211F700225}" destId="{40A39CFB-B2EB-4482-99AB-FB1CF6C2FFB5}" srcOrd="0" destOrd="0" presId="urn:microsoft.com/office/officeart/2005/8/layout/list1"/>
    <dgm:cxn modelId="{E1CE165A-FC38-4BDB-AE85-99EACD80BEBB}" type="presOf" srcId="{F9BBD098-BD5A-43DE-8DB2-4CCE8CAC6AE4}" destId="{135853E8-9623-4757-80F5-114E3E8CCF36}" srcOrd="0" destOrd="0" presId="urn:microsoft.com/office/officeart/2005/8/layout/list1"/>
    <dgm:cxn modelId="{B3A89D93-7676-460D-8378-EBC5CF949FFD}" type="presOf" srcId="{51F472AB-F198-45AB-9473-CF107B243901}" destId="{0419313C-3051-4837-9800-14FB78368E4B}" srcOrd="0" destOrd="0" presId="urn:microsoft.com/office/officeart/2005/8/layout/list1"/>
    <dgm:cxn modelId="{2938AEA1-BB88-4FFE-B90D-E3BA8FB7759C}" type="presOf" srcId="{A8E2A44E-FE02-49EA-87D6-428DE66AF757}" destId="{0419313C-3051-4837-9800-14FB78368E4B}" srcOrd="0" destOrd="1" presId="urn:microsoft.com/office/officeart/2005/8/layout/list1"/>
    <dgm:cxn modelId="{8553BDA2-23CC-428A-858F-56A7740942A8}" type="presOf" srcId="{171F20C3-03E2-4922-B894-4B207E958323}" destId="{0870D8D1-AC70-4812-B509-477ED8047951}" srcOrd="1" destOrd="0" presId="urn:microsoft.com/office/officeart/2005/8/layout/list1"/>
    <dgm:cxn modelId="{847EF3AB-4CCE-4CDC-A479-BE6D3BB93107}" type="presOf" srcId="{171F20C3-03E2-4922-B894-4B207E958323}" destId="{8ADFB94B-6479-468B-9C38-8F1235039645}" srcOrd="0" destOrd="0" presId="urn:microsoft.com/office/officeart/2005/8/layout/list1"/>
    <dgm:cxn modelId="{173CF6B1-3091-42F0-8B91-CAE18211BBBB}" type="presOf" srcId="{F9BBD098-BD5A-43DE-8DB2-4CCE8CAC6AE4}" destId="{DB9A1EA3-8BB5-4F82-AC73-6820E1BDFA9C}" srcOrd="1" destOrd="0" presId="urn:microsoft.com/office/officeart/2005/8/layout/list1"/>
    <dgm:cxn modelId="{70F1FDBA-E10D-41F8-B3F5-5F09D3DA00D6}" type="presOf" srcId="{0F176FA6-32A3-44FF-942A-218A4ECFB64D}" destId="{02A16C6E-6FBD-47BA-B442-CB5E9057D6BA}" srcOrd="1" destOrd="0" presId="urn:microsoft.com/office/officeart/2005/8/layout/list1"/>
    <dgm:cxn modelId="{E1169BF9-3B8C-4CFD-AC27-D56174630455}" srcId="{F9BBD098-BD5A-43DE-8DB2-4CCE8CAC6AE4}" destId="{A8E2A44E-FE02-49EA-87D6-428DE66AF757}" srcOrd="1" destOrd="0" parTransId="{E8F2198F-0934-4B3D-A45A-4356A072A10E}" sibTransId="{4B24EE8C-28DE-4C77-9BB0-CDF2787DA55E}"/>
    <dgm:cxn modelId="{27077FFC-9446-459A-9A97-F7A398D8B3C4}" srcId="{3586EFC6-7E00-473D-86F2-3B211F700225}" destId="{0F176FA6-32A3-44FF-942A-218A4ECFB64D}" srcOrd="2" destOrd="0" parTransId="{1CC32CCB-074C-4840-870A-D0C45EEA4D1D}" sibTransId="{F95153F0-DA5D-404D-AE63-3102A3379E11}"/>
    <dgm:cxn modelId="{F6633B67-8075-4578-AEB1-2A0BC99ACF24}" type="presParOf" srcId="{40A39CFB-B2EB-4482-99AB-FB1CF6C2FFB5}" destId="{93DF9FD5-7CEC-414D-A8FE-A39AE59DB18C}" srcOrd="0" destOrd="0" presId="urn:microsoft.com/office/officeart/2005/8/layout/list1"/>
    <dgm:cxn modelId="{AE33E32C-4D6A-4651-BCF7-A3B05784AF85}" type="presParOf" srcId="{93DF9FD5-7CEC-414D-A8FE-A39AE59DB18C}" destId="{8ADFB94B-6479-468B-9C38-8F1235039645}" srcOrd="0" destOrd="0" presId="urn:microsoft.com/office/officeart/2005/8/layout/list1"/>
    <dgm:cxn modelId="{5DCD1ED1-539D-44FD-8B01-60B1CECDE599}" type="presParOf" srcId="{93DF9FD5-7CEC-414D-A8FE-A39AE59DB18C}" destId="{0870D8D1-AC70-4812-B509-477ED8047951}" srcOrd="1" destOrd="0" presId="urn:microsoft.com/office/officeart/2005/8/layout/list1"/>
    <dgm:cxn modelId="{C70BB4FC-BA75-40E8-A76A-AF2C0D92E197}" type="presParOf" srcId="{40A39CFB-B2EB-4482-99AB-FB1CF6C2FFB5}" destId="{1F80CC24-C956-4A86-B79F-07D22FFAFF8E}" srcOrd="1" destOrd="0" presId="urn:microsoft.com/office/officeart/2005/8/layout/list1"/>
    <dgm:cxn modelId="{328283F3-1C63-4222-9B4B-5DE5B7D3B235}" type="presParOf" srcId="{40A39CFB-B2EB-4482-99AB-FB1CF6C2FFB5}" destId="{B41880FD-99D3-4F5B-8ED7-C64B9F505F5F}" srcOrd="2" destOrd="0" presId="urn:microsoft.com/office/officeart/2005/8/layout/list1"/>
    <dgm:cxn modelId="{3FA6A81A-A322-4410-911D-1B50F2870F48}" type="presParOf" srcId="{40A39CFB-B2EB-4482-99AB-FB1CF6C2FFB5}" destId="{3A39B6DE-C6E5-4918-A1F5-31DB07105E26}" srcOrd="3" destOrd="0" presId="urn:microsoft.com/office/officeart/2005/8/layout/list1"/>
    <dgm:cxn modelId="{983D31E0-F561-4D26-B05E-E1399BB5C2CA}" type="presParOf" srcId="{40A39CFB-B2EB-4482-99AB-FB1CF6C2FFB5}" destId="{BF66E8AE-D615-437A-9FFB-8FE89ED59CB7}" srcOrd="4" destOrd="0" presId="urn:microsoft.com/office/officeart/2005/8/layout/list1"/>
    <dgm:cxn modelId="{BD45239D-326F-483E-A6A0-E792FC7C93C2}" type="presParOf" srcId="{BF66E8AE-D615-437A-9FFB-8FE89ED59CB7}" destId="{135853E8-9623-4757-80F5-114E3E8CCF36}" srcOrd="0" destOrd="0" presId="urn:microsoft.com/office/officeart/2005/8/layout/list1"/>
    <dgm:cxn modelId="{D97B9EBD-5F55-43C1-8DD6-F68773A05D0D}" type="presParOf" srcId="{BF66E8AE-D615-437A-9FFB-8FE89ED59CB7}" destId="{DB9A1EA3-8BB5-4F82-AC73-6820E1BDFA9C}" srcOrd="1" destOrd="0" presId="urn:microsoft.com/office/officeart/2005/8/layout/list1"/>
    <dgm:cxn modelId="{25BF1F43-F03D-45A3-94A6-FE76BAB84518}" type="presParOf" srcId="{40A39CFB-B2EB-4482-99AB-FB1CF6C2FFB5}" destId="{D57A3651-A945-469E-ADA0-8516B08AFC57}" srcOrd="5" destOrd="0" presId="urn:microsoft.com/office/officeart/2005/8/layout/list1"/>
    <dgm:cxn modelId="{71B1EE03-8D87-44D8-B3DE-A37D631F0764}" type="presParOf" srcId="{40A39CFB-B2EB-4482-99AB-FB1CF6C2FFB5}" destId="{0419313C-3051-4837-9800-14FB78368E4B}" srcOrd="6" destOrd="0" presId="urn:microsoft.com/office/officeart/2005/8/layout/list1"/>
    <dgm:cxn modelId="{68893D9C-C49A-45BA-A891-2B7467C3759F}" type="presParOf" srcId="{40A39CFB-B2EB-4482-99AB-FB1CF6C2FFB5}" destId="{41146F3C-725F-4830-8AFE-5E1E590FF8AA}" srcOrd="7" destOrd="0" presId="urn:microsoft.com/office/officeart/2005/8/layout/list1"/>
    <dgm:cxn modelId="{FF7A616A-ED75-41A6-A3C6-D077CB023CC5}" type="presParOf" srcId="{40A39CFB-B2EB-4482-99AB-FB1CF6C2FFB5}" destId="{25D25304-008F-4F35-8048-335228B4F446}" srcOrd="8" destOrd="0" presId="urn:microsoft.com/office/officeart/2005/8/layout/list1"/>
    <dgm:cxn modelId="{E2C4A924-05E9-4791-817A-86834EF4BC1B}" type="presParOf" srcId="{25D25304-008F-4F35-8048-335228B4F446}" destId="{DAA377BB-FF53-40A9-BE4B-EFB62E9BE0EF}" srcOrd="0" destOrd="0" presId="urn:microsoft.com/office/officeart/2005/8/layout/list1"/>
    <dgm:cxn modelId="{F487322A-B5CD-496A-8C45-A766A53D28AD}" type="presParOf" srcId="{25D25304-008F-4F35-8048-335228B4F446}" destId="{02A16C6E-6FBD-47BA-B442-CB5E9057D6BA}" srcOrd="1" destOrd="0" presId="urn:microsoft.com/office/officeart/2005/8/layout/list1"/>
    <dgm:cxn modelId="{BAC06F26-F9BB-44AD-AB44-2708A2B1E743}" type="presParOf" srcId="{40A39CFB-B2EB-4482-99AB-FB1CF6C2FFB5}" destId="{AA38F9D5-298E-4764-A7FB-96B4990AFA4F}" srcOrd="9" destOrd="0" presId="urn:microsoft.com/office/officeart/2005/8/layout/list1"/>
    <dgm:cxn modelId="{DDE13B95-F35D-405C-B007-4B05889FD251}" type="presParOf" srcId="{40A39CFB-B2EB-4482-99AB-FB1CF6C2FFB5}" destId="{A3045E3E-F91B-437A-B9A8-D3F21885177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F53BB69-E7EF-48AF-8D65-6957568A8E7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DEB672F-183E-4D04-98F3-E2F480913A35}">
      <dgm:prSet/>
      <dgm:spPr/>
      <dgm:t>
        <a:bodyPr/>
        <a:lstStyle/>
        <a:p>
          <a:r>
            <a:rPr lang="cs-CZ"/>
            <a:t>ceny nemovitostí vykazují dlouhodobý růst s výraznými cykly</a:t>
          </a:r>
          <a:endParaRPr lang="en-GB"/>
        </a:p>
      </dgm:t>
    </dgm:pt>
    <dgm:pt modelId="{020E4621-5E0A-4DEA-814D-2763327950EF}" type="parTrans" cxnId="{70EA2DF6-F88D-4048-A9DA-02CADB56B00A}">
      <dgm:prSet/>
      <dgm:spPr/>
      <dgm:t>
        <a:bodyPr/>
        <a:lstStyle/>
        <a:p>
          <a:endParaRPr lang="en-GB"/>
        </a:p>
      </dgm:t>
    </dgm:pt>
    <dgm:pt modelId="{94CE1871-0D63-41C4-8903-BD0FEB735F3C}" type="sibTrans" cxnId="{70EA2DF6-F88D-4048-A9DA-02CADB56B00A}">
      <dgm:prSet/>
      <dgm:spPr/>
      <dgm:t>
        <a:bodyPr/>
        <a:lstStyle/>
        <a:p>
          <a:endParaRPr lang="en-GB"/>
        </a:p>
      </dgm:t>
    </dgm:pt>
    <dgm:pt modelId="{7EA1C0B0-84DE-4085-B928-89D0264F0841}">
      <dgm:prSet/>
      <dgm:spPr/>
      <dgm:t>
        <a:bodyPr/>
        <a:lstStyle/>
        <a:p>
          <a:r>
            <a:rPr lang="cs-CZ"/>
            <a:t>bubliny: 2006–2008 a post-pandemický růst</a:t>
          </a:r>
          <a:endParaRPr lang="en-GB"/>
        </a:p>
      </dgm:t>
    </dgm:pt>
    <dgm:pt modelId="{11338544-CFB7-44E6-8854-ACFF1A3384F1}" type="parTrans" cxnId="{7C93DA4A-941B-46D9-A88E-39FD671558AA}">
      <dgm:prSet/>
      <dgm:spPr/>
      <dgm:t>
        <a:bodyPr/>
        <a:lstStyle/>
        <a:p>
          <a:endParaRPr lang="en-GB"/>
        </a:p>
      </dgm:t>
    </dgm:pt>
    <dgm:pt modelId="{740C3121-53AD-4CD1-867D-07100388FA53}" type="sibTrans" cxnId="{7C93DA4A-941B-46D9-A88E-39FD671558AA}">
      <dgm:prSet/>
      <dgm:spPr/>
      <dgm:t>
        <a:bodyPr/>
        <a:lstStyle/>
        <a:p>
          <a:endParaRPr lang="en-GB"/>
        </a:p>
      </dgm:t>
    </dgm:pt>
    <dgm:pt modelId="{363AEA3C-BA4E-42FD-B308-2FA0F2977B92}">
      <dgm:prSet/>
      <dgm:spPr/>
      <dgm:t>
        <a:bodyPr/>
        <a:lstStyle/>
        <a:p>
          <a:r>
            <a:rPr lang="cs-CZ"/>
            <a:t>nestandardní hodnoty souvisí s krizemi a spekulacemi</a:t>
          </a:r>
          <a:endParaRPr lang="en-GB"/>
        </a:p>
      </dgm:t>
    </dgm:pt>
    <dgm:pt modelId="{7BDBD14F-C36A-4DCD-8567-57EFF33819FD}" type="parTrans" cxnId="{34572F20-C071-422A-85E2-82921482A5F4}">
      <dgm:prSet/>
      <dgm:spPr/>
      <dgm:t>
        <a:bodyPr/>
        <a:lstStyle/>
        <a:p>
          <a:endParaRPr lang="en-GB"/>
        </a:p>
      </dgm:t>
    </dgm:pt>
    <dgm:pt modelId="{95794948-C237-4890-A2FB-9E7B6077697B}" type="sibTrans" cxnId="{34572F20-C071-422A-85E2-82921482A5F4}">
      <dgm:prSet/>
      <dgm:spPr/>
      <dgm:t>
        <a:bodyPr/>
        <a:lstStyle/>
        <a:p>
          <a:endParaRPr lang="en-GB"/>
        </a:p>
      </dgm:t>
    </dgm:pt>
    <dgm:pt modelId="{14441B6E-B13F-4C45-AD86-AEBF93391286}">
      <dgm:prSet/>
      <dgm:spPr/>
      <dgm:t>
        <a:bodyPr/>
        <a:lstStyle/>
        <a:p>
          <a:r>
            <a:rPr lang="cs-CZ" dirty="0"/>
            <a:t>nemovitosti jsou hlavním zdrojem bohatství domácností</a:t>
          </a:r>
          <a:endParaRPr lang="en-GB" dirty="0"/>
        </a:p>
      </dgm:t>
    </dgm:pt>
    <dgm:pt modelId="{30A96061-A3EB-454F-9649-133D948D26D8}" type="parTrans" cxnId="{955CEE19-44BE-447A-8366-EF9D1B65B621}">
      <dgm:prSet/>
      <dgm:spPr/>
      <dgm:t>
        <a:bodyPr/>
        <a:lstStyle/>
        <a:p>
          <a:endParaRPr lang="en-GB"/>
        </a:p>
      </dgm:t>
    </dgm:pt>
    <dgm:pt modelId="{967F0E8E-64FF-455E-A132-79215F4349CB}" type="sibTrans" cxnId="{955CEE19-44BE-447A-8366-EF9D1B65B621}">
      <dgm:prSet/>
      <dgm:spPr/>
      <dgm:t>
        <a:bodyPr/>
        <a:lstStyle/>
        <a:p>
          <a:endParaRPr lang="en-GB"/>
        </a:p>
      </dgm:t>
    </dgm:pt>
    <dgm:pt modelId="{418C0351-21EC-44F5-94F0-290E067C64A3}" type="pres">
      <dgm:prSet presAssocID="{CF53BB69-E7EF-48AF-8D65-6957568A8E7E}" presName="matrix" presStyleCnt="0">
        <dgm:presLayoutVars>
          <dgm:chMax val="1"/>
          <dgm:dir/>
          <dgm:resizeHandles val="exact"/>
        </dgm:presLayoutVars>
      </dgm:prSet>
      <dgm:spPr/>
    </dgm:pt>
    <dgm:pt modelId="{82ADDAC9-ECB6-4672-B513-24FB60CAD068}" type="pres">
      <dgm:prSet presAssocID="{CF53BB69-E7EF-48AF-8D65-6957568A8E7E}" presName="diamond" presStyleLbl="bgShp" presStyleIdx="0" presStyleCnt="1"/>
      <dgm:spPr/>
    </dgm:pt>
    <dgm:pt modelId="{CE1D42C0-3BFF-4095-B4C7-74DA7698CCE0}" type="pres">
      <dgm:prSet presAssocID="{CF53BB69-E7EF-48AF-8D65-6957568A8E7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013D55-5668-40A6-B136-9711E79F2868}" type="pres">
      <dgm:prSet presAssocID="{CF53BB69-E7EF-48AF-8D65-6957568A8E7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B273241-5BF2-4242-A57B-A5F01CB0C4F3}" type="pres">
      <dgm:prSet presAssocID="{CF53BB69-E7EF-48AF-8D65-6957568A8E7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F9E5119-967A-4E3B-9543-024DFD59B500}" type="pres">
      <dgm:prSet presAssocID="{CF53BB69-E7EF-48AF-8D65-6957568A8E7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CF62A0E-F50C-40E7-BD2A-26BA915D6001}" type="presOf" srcId="{7EA1C0B0-84DE-4085-B928-89D0264F0841}" destId="{9A013D55-5668-40A6-B136-9711E79F2868}" srcOrd="0" destOrd="0" presId="urn:microsoft.com/office/officeart/2005/8/layout/matrix3"/>
    <dgm:cxn modelId="{3AC20317-C802-4662-AD59-E9C556E2DD41}" type="presOf" srcId="{CF53BB69-E7EF-48AF-8D65-6957568A8E7E}" destId="{418C0351-21EC-44F5-94F0-290E067C64A3}" srcOrd="0" destOrd="0" presId="urn:microsoft.com/office/officeart/2005/8/layout/matrix3"/>
    <dgm:cxn modelId="{955CEE19-44BE-447A-8366-EF9D1B65B621}" srcId="{CF53BB69-E7EF-48AF-8D65-6957568A8E7E}" destId="{14441B6E-B13F-4C45-AD86-AEBF93391286}" srcOrd="3" destOrd="0" parTransId="{30A96061-A3EB-454F-9649-133D948D26D8}" sibTransId="{967F0E8E-64FF-455E-A132-79215F4349CB}"/>
    <dgm:cxn modelId="{34572F20-C071-422A-85E2-82921482A5F4}" srcId="{CF53BB69-E7EF-48AF-8D65-6957568A8E7E}" destId="{363AEA3C-BA4E-42FD-B308-2FA0F2977B92}" srcOrd="2" destOrd="0" parTransId="{7BDBD14F-C36A-4DCD-8567-57EFF33819FD}" sibTransId="{95794948-C237-4890-A2FB-9E7B6077697B}"/>
    <dgm:cxn modelId="{7C93DA4A-941B-46D9-A88E-39FD671558AA}" srcId="{CF53BB69-E7EF-48AF-8D65-6957568A8E7E}" destId="{7EA1C0B0-84DE-4085-B928-89D0264F0841}" srcOrd="1" destOrd="0" parTransId="{11338544-CFB7-44E6-8854-ACFF1A3384F1}" sibTransId="{740C3121-53AD-4CD1-867D-07100388FA53}"/>
    <dgm:cxn modelId="{EFFACC7A-AD40-44DD-83F0-159AA499F7CC}" type="presOf" srcId="{BDEB672F-183E-4D04-98F3-E2F480913A35}" destId="{CE1D42C0-3BFF-4095-B4C7-74DA7698CCE0}" srcOrd="0" destOrd="0" presId="urn:microsoft.com/office/officeart/2005/8/layout/matrix3"/>
    <dgm:cxn modelId="{C103B99C-3BFD-44DE-B2AF-7BC68D5C0AC0}" type="presOf" srcId="{14441B6E-B13F-4C45-AD86-AEBF93391286}" destId="{0F9E5119-967A-4E3B-9543-024DFD59B500}" srcOrd="0" destOrd="0" presId="urn:microsoft.com/office/officeart/2005/8/layout/matrix3"/>
    <dgm:cxn modelId="{134C79E2-8020-4220-A44C-48E85E5AF5EE}" type="presOf" srcId="{363AEA3C-BA4E-42FD-B308-2FA0F2977B92}" destId="{5B273241-5BF2-4242-A57B-A5F01CB0C4F3}" srcOrd="0" destOrd="0" presId="urn:microsoft.com/office/officeart/2005/8/layout/matrix3"/>
    <dgm:cxn modelId="{70EA2DF6-F88D-4048-A9DA-02CADB56B00A}" srcId="{CF53BB69-E7EF-48AF-8D65-6957568A8E7E}" destId="{BDEB672F-183E-4D04-98F3-E2F480913A35}" srcOrd="0" destOrd="0" parTransId="{020E4621-5E0A-4DEA-814D-2763327950EF}" sibTransId="{94CE1871-0D63-41C4-8903-BD0FEB735F3C}"/>
    <dgm:cxn modelId="{8B9524B4-1033-4434-8B7A-48614EEFDF09}" type="presParOf" srcId="{418C0351-21EC-44F5-94F0-290E067C64A3}" destId="{82ADDAC9-ECB6-4672-B513-24FB60CAD068}" srcOrd="0" destOrd="0" presId="urn:microsoft.com/office/officeart/2005/8/layout/matrix3"/>
    <dgm:cxn modelId="{2116F191-E894-4400-8D58-935FCE17CAE3}" type="presParOf" srcId="{418C0351-21EC-44F5-94F0-290E067C64A3}" destId="{CE1D42C0-3BFF-4095-B4C7-74DA7698CCE0}" srcOrd="1" destOrd="0" presId="urn:microsoft.com/office/officeart/2005/8/layout/matrix3"/>
    <dgm:cxn modelId="{8EB31A89-C2FE-4902-B732-D9DEEF5044D8}" type="presParOf" srcId="{418C0351-21EC-44F5-94F0-290E067C64A3}" destId="{9A013D55-5668-40A6-B136-9711E79F2868}" srcOrd="2" destOrd="0" presId="urn:microsoft.com/office/officeart/2005/8/layout/matrix3"/>
    <dgm:cxn modelId="{71C8BEAC-E390-4FA0-989B-6A7ED30AC0B2}" type="presParOf" srcId="{418C0351-21EC-44F5-94F0-290E067C64A3}" destId="{5B273241-5BF2-4242-A57B-A5F01CB0C4F3}" srcOrd="3" destOrd="0" presId="urn:microsoft.com/office/officeart/2005/8/layout/matrix3"/>
    <dgm:cxn modelId="{EE35B392-3ACF-4E2E-8C7E-E8FEC28FBE79}" type="presParOf" srcId="{418C0351-21EC-44F5-94F0-290E067C64A3}" destId="{0F9E5119-967A-4E3B-9543-024DFD59B50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7FC79-5399-4931-AF70-CAB569DEF40B}">
      <dsp:nvSpPr>
        <dsp:cNvPr id="0" name=""/>
        <dsp:cNvSpPr/>
      </dsp:nvSpPr>
      <dsp:spPr>
        <a:xfrm rot="5400000">
          <a:off x="-248794" y="249591"/>
          <a:ext cx="1658629" cy="11610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Cíl</a:t>
          </a:r>
        </a:p>
      </dsp:txBody>
      <dsp:txXfrm rot="-5400000">
        <a:off x="1" y="581316"/>
        <a:ext cx="1161040" cy="497589"/>
      </dsp:txXfrm>
    </dsp:sp>
    <dsp:sp modelId="{EA695F39-05C4-4B85-AF6B-5583C40470F1}">
      <dsp:nvSpPr>
        <dsp:cNvPr id="0" name=""/>
        <dsp:cNvSpPr/>
      </dsp:nvSpPr>
      <dsp:spPr>
        <a:xfrm rot="5400000">
          <a:off x="5571408" y="-4409570"/>
          <a:ext cx="1078109" cy="98988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1" kern="1200" noProof="0" dirty="0"/>
            <a:t>porovnat</a:t>
          </a:r>
          <a:r>
            <a:rPr lang="cs-CZ" sz="2000" kern="1200" noProof="0" dirty="0"/>
            <a:t> vývoj cen nemovitostí (</a:t>
          </a:r>
          <a:r>
            <a:rPr lang="cs-CZ" sz="2000" b="1" kern="1200" noProof="0" dirty="0"/>
            <a:t>Case-</a:t>
          </a:r>
          <a:r>
            <a:rPr lang="cs-CZ" sz="2000" b="1" kern="1200" noProof="0" dirty="0" err="1"/>
            <a:t>Shiller</a:t>
          </a:r>
          <a:r>
            <a:rPr lang="cs-CZ" sz="2000" b="1" kern="1200" noProof="0" dirty="0"/>
            <a:t> Index</a:t>
          </a:r>
          <a:r>
            <a:rPr lang="cs-CZ" sz="2000" kern="1200" noProof="0" dirty="0"/>
            <a:t>) s dalšími ekonomickými ukazateli </a:t>
          </a:r>
        </a:p>
      </dsp:txBody>
      <dsp:txXfrm rot="-5400000">
        <a:off x="1161041" y="53426"/>
        <a:ext cx="9846215" cy="972851"/>
      </dsp:txXfrm>
    </dsp:sp>
    <dsp:sp modelId="{780C8199-49E6-4E0A-BA1A-42ED952F8231}">
      <dsp:nvSpPr>
        <dsp:cNvPr id="0" name=""/>
        <dsp:cNvSpPr/>
      </dsp:nvSpPr>
      <dsp:spPr>
        <a:xfrm rot="5400000">
          <a:off x="-248794" y="1714664"/>
          <a:ext cx="1658629" cy="11610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Zaměření </a:t>
          </a:r>
        </a:p>
      </dsp:txBody>
      <dsp:txXfrm rot="-5400000">
        <a:off x="1" y="2046389"/>
        <a:ext cx="1161040" cy="497589"/>
      </dsp:txXfrm>
    </dsp:sp>
    <dsp:sp modelId="{F8218D8E-C16D-4E5B-A89F-DF2E8ABEB105}">
      <dsp:nvSpPr>
        <dsp:cNvPr id="0" name=""/>
        <dsp:cNvSpPr/>
      </dsp:nvSpPr>
      <dsp:spPr>
        <a:xfrm rot="5400000">
          <a:off x="5571408" y="-2944497"/>
          <a:ext cx="1078109" cy="98988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noProof="0" dirty="0"/>
            <a:t>identifikace dlouhodobých </a:t>
          </a:r>
          <a:r>
            <a:rPr lang="cs-CZ" sz="2000" b="1" kern="1200" noProof="0" dirty="0"/>
            <a:t>trendů</a:t>
          </a:r>
          <a:r>
            <a:rPr lang="cs-CZ" sz="2000" kern="1200" noProof="0" dirty="0"/>
            <a:t> v reálných cenách domů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1" kern="1200" noProof="0" dirty="0"/>
            <a:t>vztah</a:t>
          </a:r>
          <a:r>
            <a:rPr lang="cs-CZ" sz="2000" kern="1200" noProof="0" dirty="0"/>
            <a:t> mezi cenami nemovitostí a čistým bohatstvím domácností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 noProof="0" dirty="0"/>
            <a:t>dopad </a:t>
          </a:r>
          <a:r>
            <a:rPr lang="cs-CZ" sz="2000" b="1" kern="1200" noProof="0" dirty="0"/>
            <a:t>makroekonomických</a:t>
          </a:r>
          <a:r>
            <a:rPr lang="cs-CZ" sz="2000" kern="1200" noProof="0" dirty="0"/>
            <a:t> </a:t>
          </a:r>
          <a:r>
            <a:rPr lang="cs-CZ" sz="2000" b="1" kern="1200" noProof="0" dirty="0"/>
            <a:t>faktorů</a:t>
          </a:r>
          <a:r>
            <a:rPr lang="cs-CZ" sz="2000" kern="1200" noProof="0" dirty="0"/>
            <a:t> (úrokové sazby, inflace, demografie)</a:t>
          </a:r>
        </a:p>
      </dsp:txBody>
      <dsp:txXfrm rot="-5400000">
        <a:off x="1161041" y="1518499"/>
        <a:ext cx="9846215" cy="972851"/>
      </dsp:txXfrm>
    </dsp:sp>
    <dsp:sp modelId="{0C0D8EFC-3F20-4DB4-AAE7-A6DA3D3B7D10}">
      <dsp:nvSpPr>
        <dsp:cNvPr id="0" name=""/>
        <dsp:cNvSpPr/>
      </dsp:nvSpPr>
      <dsp:spPr>
        <a:xfrm rot="5400000">
          <a:off x="-248794" y="3179738"/>
          <a:ext cx="1658629" cy="11610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Výstup</a:t>
          </a:r>
        </a:p>
      </dsp:txBody>
      <dsp:txXfrm rot="-5400000">
        <a:off x="1" y="3511463"/>
        <a:ext cx="1161040" cy="497589"/>
      </dsp:txXfrm>
    </dsp:sp>
    <dsp:sp modelId="{C49C97F2-4FAA-4163-B4BA-BDBB4A97597B}">
      <dsp:nvSpPr>
        <dsp:cNvPr id="0" name=""/>
        <dsp:cNvSpPr/>
      </dsp:nvSpPr>
      <dsp:spPr>
        <a:xfrm rot="5400000">
          <a:off x="5571408" y="-1479423"/>
          <a:ext cx="1078109" cy="989884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1" kern="1200" noProof="0" dirty="0"/>
            <a:t>grafická analýza + interpretace </a:t>
          </a:r>
          <a:r>
            <a:rPr lang="cs-CZ" sz="2000" kern="1200" noProof="0" dirty="0"/>
            <a:t>hlavních příčin růstu/poklesu cen</a:t>
          </a:r>
        </a:p>
      </dsp:txBody>
      <dsp:txXfrm rot="-5400000">
        <a:off x="1161041" y="2983573"/>
        <a:ext cx="9846215" cy="9728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07C89-F7BC-4EBA-AA86-8C3B6F304894}">
      <dsp:nvSpPr>
        <dsp:cNvPr id="0" name=""/>
        <dsp:cNvSpPr/>
      </dsp:nvSpPr>
      <dsp:spPr>
        <a:xfrm>
          <a:off x="0" y="37275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noProof="0" dirty="0"/>
            <a:t>Co to je?</a:t>
          </a:r>
          <a:endParaRPr lang="cs-CZ" sz="2800" kern="1200" noProof="0" dirty="0"/>
        </a:p>
      </dsp:txBody>
      <dsp:txXfrm>
        <a:off x="33583" y="70858"/>
        <a:ext cx="10448434" cy="620794"/>
      </dsp:txXfrm>
    </dsp:sp>
    <dsp:sp modelId="{1A485BFD-58A6-49D3-A4DD-B81ACD154E80}">
      <dsp:nvSpPr>
        <dsp:cNvPr id="0" name=""/>
        <dsp:cNvSpPr/>
      </dsp:nvSpPr>
      <dsp:spPr>
        <a:xfrm>
          <a:off x="0" y="725235"/>
          <a:ext cx="10515600" cy="176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noProof="0" dirty="0"/>
            <a:t>index sledující </a:t>
          </a:r>
          <a:r>
            <a:rPr lang="cs-CZ" sz="2200" b="1" kern="1200" noProof="0" dirty="0"/>
            <a:t>reálné ceny rezidenčních domů v USA</a:t>
          </a:r>
          <a:endParaRPr lang="cs-CZ" sz="2200" kern="1200" noProof="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noProof="0" dirty="0"/>
            <a:t>vytvořen Robertem </a:t>
          </a:r>
          <a:r>
            <a:rPr lang="cs-CZ" sz="2200" kern="1200" noProof="0" dirty="0" err="1"/>
            <a:t>Shillerem</a:t>
          </a:r>
          <a:r>
            <a:rPr lang="cs-CZ" sz="2200" kern="1200" noProof="0" dirty="0"/>
            <a:t> (nositel Nobelovi ceny za ekonomii) a Karlem Casem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noProof="0" dirty="0"/>
            <a:t>Index byl </a:t>
          </a:r>
          <a:r>
            <a:rPr lang="cs-CZ" sz="2200" b="1" kern="1200" noProof="0" dirty="0"/>
            <a:t>prodán společnosti S&amp;P</a:t>
          </a:r>
          <a:r>
            <a:rPr lang="cs-CZ" sz="2200" kern="1200" noProof="0" dirty="0"/>
            <a:t>, dnes známý jako </a:t>
          </a:r>
          <a:r>
            <a:rPr lang="cs-CZ" sz="2200" i="1" kern="1200" noProof="0" dirty="0"/>
            <a:t>S&amp;P </a:t>
          </a:r>
          <a:r>
            <a:rPr lang="cs-CZ" sz="2200" i="1" kern="1200" noProof="0" dirty="0" err="1"/>
            <a:t>CoreLogic</a:t>
          </a:r>
          <a:r>
            <a:rPr lang="cs-CZ" sz="2200" i="1" kern="1200" noProof="0" dirty="0"/>
            <a:t> Case-</a:t>
          </a:r>
          <a:r>
            <a:rPr lang="cs-CZ" sz="2200" i="1" kern="1200" noProof="0" dirty="0" err="1"/>
            <a:t>Shiller</a:t>
          </a:r>
          <a:r>
            <a:rPr lang="cs-CZ" sz="2200" i="1" kern="1200" noProof="0" dirty="0"/>
            <a:t> Index</a:t>
          </a:r>
          <a:endParaRPr lang="cs-CZ" sz="2200" kern="1200" noProof="0" dirty="0"/>
        </a:p>
      </dsp:txBody>
      <dsp:txXfrm>
        <a:off x="0" y="725235"/>
        <a:ext cx="10515600" cy="1767780"/>
      </dsp:txXfrm>
    </dsp:sp>
    <dsp:sp modelId="{E430E7D6-C138-48AC-B2AC-DDD6AEE9C62D}">
      <dsp:nvSpPr>
        <dsp:cNvPr id="0" name=""/>
        <dsp:cNvSpPr/>
      </dsp:nvSpPr>
      <dsp:spPr>
        <a:xfrm>
          <a:off x="0" y="2493015"/>
          <a:ext cx="10515600" cy="687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noProof="0" dirty="0"/>
            <a:t>Jak se měří?</a:t>
          </a:r>
          <a:endParaRPr lang="cs-CZ" sz="2800" kern="1200" noProof="0" dirty="0"/>
        </a:p>
      </dsp:txBody>
      <dsp:txXfrm>
        <a:off x="33583" y="2526598"/>
        <a:ext cx="10448434" cy="620794"/>
      </dsp:txXfrm>
    </dsp:sp>
    <dsp:sp modelId="{DED1FC20-586D-485B-8FA7-80F38E9A4745}">
      <dsp:nvSpPr>
        <dsp:cNvPr id="0" name=""/>
        <dsp:cNvSpPr/>
      </dsp:nvSpPr>
      <dsp:spPr>
        <a:xfrm>
          <a:off x="0" y="3180975"/>
          <a:ext cx="10515600" cy="1449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b="1" kern="1200" noProof="0" dirty="0" err="1"/>
            <a:t>repeat-sale</a:t>
          </a:r>
          <a:r>
            <a:rPr lang="cs-CZ" sz="2200" b="1" kern="1200" noProof="0" dirty="0"/>
            <a:t> metoda</a:t>
          </a:r>
          <a:r>
            <a:rPr lang="cs-CZ" sz="2200" kern="1200" noProof="0" dirty="0"/>
            <a:t>: porovnává opakované prodeje stejných domů, aby odstranil vliv zlepšení kvality (větší domy, rekonstrukce)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noProof="0" dirty="0"/>
            <a:t>očištěno o inflaci pomocí </a:t>
          </a:r>
          <a:r>
            <a:rPr lang="cs-CZ" sz="2200" b="1" kern="1200" noProof="0" dirty="0"/>
            <a:t>CPI</a:t>
          </a:r>
          <a:endParaRPr lang="cs-CZ" sz="2200" kern="1200" noProof="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2200" kern="1200" noProof="0" dirty="0" err="1"/>
            <a:t>National</a:t>
          </a:r>
          <a:r>
            <a:rPr lang="cs-CZ" sz="2200" kern="1200" noProof="0" dirty="0"/>
            <a:t>, </a:t>
          </a:r>
          <a:r>
            <a:rPr lang="cs-CZ" sz="2200" kern="1200" noProof="0" dirty="0" err="1"/>
            <a:t>Composite</a:t>
          </a:r>
          <a:r>
            <a:rPr lang="cs-CZ" sz="2200" kern="1200" noProof="0" dirty="0"/>
            <a:t> (Metropolitan), City</a:t>
          </a:r>
        </a:p>
      </dsp:txBody>
      <dsp:txXfrm>
        <a:off x="0" y="3180975"/>
        <a:ext cx="10515600" cy="1449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4048B-D835-4210-8CAC-4686F57D0635}">
      <dsp:nvSpPr>
        <dsp:cNvPr id="0" name=""/>
        <dsp:cNvSpPr/>
      </dsp:nvSpPr>
      <dsp:spPr>
        <a:xfrm>
          <a:off x="0" y="79814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Case-Schiller US </a:t>
          </a:r>
          <a:r>
            <a:rPr lang="cs-CZ" sz="2100" kern="1200" noProof="0" dirty="0" err="1"/>
            <a:t>National</a:t>
          </a:r>
          <a:r>
            <a:rPr lang="cs-CZ" sz="2100" kern="1200" noProof="0" dirty="0"/>
            <a:t> </a:t>
          </a:r>
          <a:r>
            <a:rPr lang="cs-CZ" sz="2100" kern="1200" noProof="0" dirty="0" err="1"/>
            <a:t>Home</a:t>
          </a:r>
          <a:r>
            <a:rPr lang="cs-CZ" sz="2100" kern="1200" noProof="0" dirty="0"/>
            <a:t> </a:t>
          </a:r>
          <a:r>
            <a:rPr lang="cs-CZ" sz="2100" kern="1200" noProof="0" dirty="0" err="1"/>
            <a:t>Price</a:t>
          </a:r>
          <a:r>
            <a:rPr lang="cs-CZ" sz="2100" kern="1200" noProof="0" dirty="0"/>
            <a:t> Index</a:t>
          </a:r>
        </a:p>
      </dsp:txBody>
      <dsp:txXfrm>
        <a:off x="25188" y="105002"/>
        <a:ext cx="10465224" cy="465594"/>
      </dsp:txXfrm>
    </dsp:sp>
    <dsp:sp modelId="{358F01F5-C4D5-4722-A0EC-35153B7F23F9}">
      <dsp:nvSpPr>
        <dsp:cNvPr id="0" name=""/>
        <dsp:cNvSpPr/>
      </dsp:nvSpPr>
      <dsp:spPr>
        <a:xfrm>
          <a:off x="0" y="656264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Real </a:t>
          </a:r>
          <a:r>
            <a:rPr lang="cs-CZ" sz="2100" kern="1200" noProof="0" dirty="0" err="1"/>
            <a:t>Building</a:t>
          </a:r>
          <a:r>
            <a:rPr lang="cs-CZ" sz="2100" kern="1200" noProof="0" dirty="0"/>
            <a:t> </a:t>
          </a:r>
          <a:r>
            <a:rPr lang="cs-CZ" sz="2100" kern="1200" noProof="0" dirty="0" err="1"/>
            <a:t>Cost</a:t>
          </a:r>
          <a:r>
            <a:rPr lang="cs-CZ" sz="2100" kern="1200" noProof="0" dirty="0"/>
            <a:t> Index</a:t>
          </a:r>
        </a:p>
      </dsp:txBody>
      <dsp:txXfrm>
        <a:off x="25188" y="681452"/>
        <a:ext cx="10465224" cy="465594"/>
      </dsp:txXfrm>
    </dsp:sp>
    <dsp:sp modelId="{F1510D73-169D-4E27-8BE3-01826FE8BAE8}">
      <dsp:nvSpPr>
        <dsp:cNvPr id="0" name=""/>
        <dsp:cNvSpPr/>
      </dsp:nvSpPr>
      <dsp:spPr>
        <a:xfrm>
          <a:off x="0" y="1172234"/>
          <a:ext cx="1051560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1600" kern="1200" noProof="0" dirty="0"/>
            <a:t>ukazatel reálných stavebních nákladů (cena pozemku, práce, materiálu …)</a:t>
          </a:r>
        </a:p>
      </dsp:txBody>
      <dsp:txXfrm>
        <a:off x="0" y="1172234"/>
        <a:ext cx="10515600" cy="347760"/>
      </dsp:txXfrm>
    </dsp:sp>
    <dsp:sp modelId="{CCD7E1BE-4E0D-41DC-9F69-CBEF15E51580}">
      <dsp:nvSpPr>
        <dsp:cNvPr id="0" name=""/>
        <dsp:cNvSpPr/>
      </dsp:nvSpPr>
      <dsp:spPr>
        <a:xfrm>
          <a:off x="0" y="1519994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US Long </a:t>
          </a:r>
          <a:r>
            <a:rPr lang="cs-CZ" sz="2100" kern="1200" noProof="0" dirty="0" err="1"/>
            <a:t>Rate</a:t>
          </a:r>
          <a:endParaRPr lang="cs-CZ" sz="2100" kern="1200" noProof="0" dirty="0"/>
        </a:p>
      </dsp:txBody>
      <dsp:txXfrm>
        <a:off x="25188" y="1545182"/>
        <a:ext cx="10465224" cy="465594"/>
      </dsp:txXfrm>
    </dsp:sp>
    <dsp:sp modelId="{6F8E20E8-0497-4E65-85F4-AF5365E0CE7A}">
      <dsp:nvSpPr>
        <dsp:cNvPr id="0" name=""/>
        <dsp:cNvSpPr/>
      </dsp:nvSpPr>
      <dsp:spPr>
        <a:xfrm>
          <a:off x="0" y="2035964"/>
          <a:ext cx="1051560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1600" kern="1200" noProof="0" dirty="0"/>
            <a:t>YTM z 10 letých US státních dluhopisů</a:t>
          </a:r>
        </a:p>
      </dsp:txBody>
      <dsp:txXfrm>
        <a:off x="0" y="2035964"/>
        <a:ext cx="10515600" cy="347760"/>
      </dsp:txXfrm>
    </dsp:sp>
    <dsp:sp modelId="{299E679F-2C70-4752-9F50-65A394BFF1E6}">
      <dsp:nvSpPr>
        <dsp:cNvPr id="0" name=""/>
        <dsp:cNvSpPr/>
      </dsp:nvSpPr>
      <dsp:spPr>
        <a:xfrm>
          <a:off x="0" y="2383724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US </a:t>
          </a:r>
          <a:r>
            <a:rPr lang="cs-CZ" sz="2100" kern="1200" noProof="0" dirty="0" err="1"/>
            <a:t>Population</a:t>
          </a:r>
          <a:endParaRPr lang="cs-CZ" sz="2100" kern="1200" noProof="0" dirty="0"/>
        </a:p>
      </dsp:txBody>
      <dsp:txXfrm>
        <a:off x="25188" y="2408912"/>
        <a:ext cx="10465224" cy="465594"/>
      </dsp:txXfrm>
    </dsp:sp>
    <dsp:sp modelId="{13EF0169-A57F-4C98-A144-6756496D56FB}">
      <dsp:nvSpPr>
        <dsp:cNvPr id="0" name=""/>
        <dsp:cNvSpPr/>
      </dsp:nvSpPr>
      <dsp:spPr>
        <a:xfrm>
          <a:off x="0" y="2899694"/>
          <a:ext cx="1051560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1600" kern="1200" noProof="0" dirty="0"/>
            <a:t>demografie</a:t>
          </a:r>
        </a:p>
      </dsp:txBody>
      <dsp:txXfrm>
        <a:off x="0" y="2899694"/>
        <a:ext cx="10515600" cy="347760"/>
      </dsp:txXfrm>
    </dsp:sp>
    <dsp:sp modelId="{25B8CEB3-4793-4957-810E-E4DFC940DCC5}">
      <dsp:nvSpPr>
        <dsp:cNvPr id="0" name=""/>
        <dsp:cNvSpPr/>
      </dsp:nvSpPr>
      <dsp:spPr>
        <a:xfrm>
          <a:off x="0" y="3247454"/>
          <a:ext cx="10515600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noProof="0" dirty="0"/>
            <a:t>US CPI</a:t>
          </a:r>
        </a:p>
      </dsp:txBody>
      <dsp:txXfrm>
        <a:off x="25188" y="3272642"/>
        <a:ext cx="10465224" cy="465594"/>
      </dsp:txXfrm>
    </dsp:sp>
    <dsp:sp modelId="{B56A9DB7-F8CB-453A-B8CF-D914AF1AFE73}">
      <dsp:nvSpPr>
        <dsp:cNvPr id="0" name=""/>
        <dsp:cNvSpPr/>
      </dsp:nvSpPr>
      <dsp:spPr>
        <a:xfrm>
          <a:off x="0" y="3763424"/>
          <a:ext cx="10515600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cs-CZ" sz="1600" kern="1200" noProof="0" dirty="0"/>
            <a:t>index spotřebitelských cen (inflace)</a:t>
          </a:r>
        </a:p>
      </dsp:txBody>
      <dsp:txXfrm>
        <a:off x="0" y="3763424"/>
        <a:ext cx="10515600" cy="347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41568-F3BF-4109-A5E9-FE78460FDE77}">
      <dsp:nvSpPr>
        <dsp:cNvPr id="0" name=""/>
        <dsp:cNvSpPr/>
      </dsp:nvSpPr>
      <dsp:spPr>
        <a:xfrm>
          <a:off x="0" y="1356"/>
          <a:ext cx="10603214" cy="78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b="0" kern="1200" noProof="0" dirty="0"/>
            <a:t>Python v </a:t>
          </a:r>
          <a:r>
            <a:rPr lang="cs-CZ" sz="2400" b="0" kern="1200" noProof="0" dirty="0" err="1"/>
            <a:t>Jupyteru</a:t>
          </a:r>
          <a:r>
            <a:rPr lang="cs-CZ" sz="2400" b="0" kern="1200" noProof="0" dirty="0"/>
            <a:t> Notebook (</a:t>
          </a:r>
          <a:r>
            <a:rPr lang="cs-CZ" sz="2400" b="0" kern="1200" noProof="0" dirty="0" err="1"/>
            <a:t>Pandas</a:t>
          </a:r>
          <a:r>
            <a:rPr lang="cs-CZ" sz="2400" b="0" kern="1200" noProof="0" dirty="0"/>
            <a:t>, </a:t>
          </a:r>
          <a:r>
            <a:rPr lang="cs-CZ" sz="2400" b="0" kern="1200" noProof="0" dirty="0" err="1"/>
            <a:t>openpyxl</a:t>
          </a:r>
          <a:r>
            <a:rPr lang="cs-CZ" sz="2400" b="0" kern="1200" noProof="0" dirty="0"/>
            <a:t>, </a:t>
          </a:r>
          <a:r>
            <a:rPr lang="cs-CZ" sz="2400" b="0" kern="1200" noProof="0" dirty="0" err="1"/>
            <a:t>matplotlib</a:t>
          </a:r>
          <a:r>
            <a:rPr lang="cs-CZ" sz="2400" b="0" kern="1200" noProof="0" dirty="0"/>
            <a:t>)</a:t>
          </a:r>
        </a:p>
      </dsp:txBody>
      <dsp:txXfrm>
        <a:off x="38553" y="39909"/>
        <a:ext cx="10526108" cy="712653"/>
      </dsp:txXfrm>
    </dsp:sp>
    <dsp:sp modelId="{D235F915-18F6-44B9-A18B-93A2E1AB38E4}">
      <dsp:nvSpPr>
        <dsp:cNvPr id="0" name=""/>
        <dsp:cNvSpPr/>
      </dsp:nvSpPr>
      <dsp:spPr>
        <a:xfrm rot="5400000">
          <a:off x="6901324" y="-2170858"/>
          <a:ext cx="631807" cy="6792685"/>
        </a:xfrm>
        <a:prstGeom prst="round2Same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 noProof="0" dirty="0"/>
            <a:t>import dvou listů z Excelu: </a:t>
          </a:r>
          <a:r>
            <a:rPr lang="cs-CZ" sz="1600" i="1" kern="1200" noProof="0" dirty="0" err="1"/>
            <a:t>read_excel</a:t>
          </a:r>
          <a:r>
            <a:rPr lang="cs-CZ" sz="1600" i="1" kern="1200" noProof="0" dirty="0"/>
            <a:t>()</a:t>
          </a:r>
          <a:endParaRPr lang="cs-CZ" sz="1600" kern="1200" noProof="0" dirty="0"/>
        </a:p>
      </dsp:txBody>
      <dsp:txXfrm rot="-5400000">
        <a:off x="3820885" y="940423"/>
        <a:ext cx="6761843" cy="570123"/>
      </dsp:txXfrm>
    </dsp:sp>
    <dsp:sp modelId="{FA052565-9216-4704-BFEA-97679F8F3CEA}">
      <dsp:nvSpPr>
        <dsp:cNvPr id="0" name=""/>
        <dsp:cNvSpPr/>
      </dsp:nvSpPr>
      <dsp:spPr>
        <a:xfrm>
          <a:off x="0" y="830604"/>
          <a:ext cx="3820885" cy="78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noProof="0" dirty="0"/>
            <a:t>Načtení dat</a:t>
          </a:r>
        </a:p>
      </dsp:txBody>
      <dsp:txXfrm>
        <a:off x="38553" y="869157"/>
        <a:ext cx="3743779" cy="712653"/>
      </dsp:txXfrm>
    </dsp:sp>
    <dsp:sp modelId="{7EC269F9-9840-489A-940A-F0A923508EFB}">
      <dsp:nvSpPr>
        <dsp:cNvPr id="0" name=""/>
        <dsp:cNvSpPr/>
      </dsp:nvSpPr>
      <dsp:spPr>
        <a:xfrm rot="5400000">
          <a:off x="6901324" y="-1341611"/>
          <a:ext cx="631807" cy="6792685"/>
        </a:xfrm>
        <a:prstGeom prst="round2Same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 noProof="0" dirty="0"/>
            <a:t>převedení čtvrtletních dat na roční průměry: </a:t>
          </a:r>
          <a:r>
            <a:rPr lang="cs-CZ" sz="1600" i="1" kern="1200" noProof="0" dirty="0" err="1"/>
            <a:t>groupby</a:t>
          </a:r>
          <a:r>
            <a:rPr lang="cs-CZ" sz="1600" i="1" kern="1200" noProof="0" dirty="0"/>
            <a:t>()</a:t>
          </a:r>
          <a:endParaRPr lang="cs-CZ" sz="1600" kern="1200" noProof="0" dirty="0"/>
        </a:p>
      </dsp:txBody>
      <dsp:txXfrm rot="-5400000">
        <a:off x="3820885" y="1769670"/>
        <a:ext cx="6761843" cy="570123"/>
      </dsp:txXfrm>
    </dsp:sp>
    <dsp:sp modelId="{F8E839F6-D232-4C7E-9409-6943E017FD00}">
      <dsp:nvSpPr>
        <dsp:cNvPr id="0" name=""/>
        <dsp:cNvSpPr/>
      </dsp:nvSpPr>
      <dsp:spPr>
        <a:xfrm>
          <a:off x="0" y="1659851"/>
          <a:ext cx="3820885" cy="78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noProof="0" dirty="0"/>
            <a:t>Agregace</a:t>
          </a:r>
          <a:endParaRPr lang="cs-CZ" sz="2800" kern="1200" noProof="0" dirty="0"/>
        </a:p>
      </dsp:txBody>
      <dsp:txXfrm>
        <a:off x="38553" y="1698404"/>
        <a:ext cx="3743779" cy="712653"/>
      </dsp:txXfrm>
    </dsp:sp>
    <dsp:sp modelId="{A53984FC-2110-44FC-8FC2-3E987914FBD2}">
      <dsp:nvSpPr>
        <dsp:cNvPr id="0" name=""/>
        <dsp:cNvSpPr/>
      </dsp:nvSpPr>
      <dsp:spPr>
        <a:xfrm rot="5400000">
          <a:off x="6901324" y="-512363"/>
          <a:ext cx="631807" cy="6792685"/>
        </a:xfrm>
        <a:prstGeom prst="round2Same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 noProof="0" dirty="0"/>
            <a:t>sloučení dat do jedné tabulky podle roku: </a:t>
          </a:r>
          <a:r>
            <a:rPr lang="cs-CZ" sz="1600" i="1" kern="1200" noProof="0" dirty="0" err="1"/>
            <a:t>merge</a:t>
          </a:r>
          <a:r>
            <a:rPr lang="cs-CZ" sz="1600" i="1" kern="1200" noProof="0" dirty="0"/>
            <a:t>()</a:t>
          </a:r>
          <a:endParaRPr lang="cs-CZ" sz="1600" kern="1200" noProof="0" dirty="0"/>
        </a:p>
      </dsp:txBody>
      <dsp:txXfrm rot="-5400000">
        <a:off x="3820885" y="2598918"/>
        <a:ext cx="6761843" cy="570123"/>
      </dsp:txXfrm>
    </dsp:sp>
    <dsp:sp modelId="{2AFBFA94-4733-4EF3-91FA-8BE90B4F3A83}">
      <dsp:nvSpPr>
        <dsp:cNvPr id="0" name=""/>
        <dsp:cNvSpPr/>
      </dsp:nvSpPr>
      <dsp:spPr>
        <a:xfrm>
          <a:off x="0" y="2489099"/>
          <a:ext cx="3820885" cy="78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noProof="0" dirty="0"/>
            <a:t>Spojení tabulek</a:t>
          </a:r>
        </a:p>
      </dsp:txBody>
      <dsp:txXfrm>
        <a:off x="38553" y="2527652"/>
        <a:ext cx="3743779" cy="712653"/>
      </dsp:txXfrm>
    </dsp:sp>
    <dsp:sp modelId="{FC25D59D-DDCE-45C3-8D87-7E67AD922E88}">
      <dsp:nvSpPr>
        <dsp:cNvPr id="0" name=""/>
        <dsp:cNvSpPr/>
      </dsp:nvSpPr>
      <dsp:spPr>
        <a:xfrm rot="5400000">
          <a:off x="6901324" y="316884"/>
          <a:ext cx="631807" cy="6792685"/>
        </a:xfrm>
        <a:prstGeom prst="round2Same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 noProof="0" dirty="0"/>
            <a:t>výpočet Real </a:t>
          </a:r>
          <a:r>
            <a:rPr lang="cs-CZ" sz="1600" kern="1200" noProof="0" dirty="0" err="1"/>
            <a:t>Home</a:t>
          </a:r>
          <a:r>
            <a:rPr lang="cs-CZ" sz="1600" kern="1200" noProof="0" dirty="0"/>
            <a:t> </a:t>
          </a:r>
          <a:r>
            <a:rPr lang="cs-CZ" sz="1600" kern="1200" noProof="0" dirty="0" err="1"/>
            <a:t>Price</a:t>
          </a:r>
          <a:r>
            <a:rPr lang="cs-CZ" sz="1600" kern="1200" noProof="0" dirty="0"/>
            <a:t> Index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 noProof="0" dirty="0"/>
            <a:t>RHPI je lepší sledovat, protože zohledňuje změnu cenové hladiny</a:t>
          </a:r>
        </a:p>
      </dsp:txBody>
      <dsp:txXfrm rot="-5400000">
        <a:off x="3820885" y="3428165"/>
        <a:ext cx="6761843" cy="570123"/>
      </dsp:txXfrm>
    </dsp:sp>
    <dsp:sp modelId="{3E99E247-1E8B-4031-AF91-32580EF58DB0}">
      <dsp:nvSpPr>
        <dsp:cNvPr id="0" name=""/>
        <dsp:cNvSpPr/>
      </dsp:nvSpPr>
      <dsp:spPr>
        <a:xfrm>
          <a:off x="0" y="3318347"/>
          <a:ext cx="3820885" cy="78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noProof="0" dirty="0"/>
            <a:t>Očištění o inflaci</a:t>
          </a:r>
        </a:p>
      </dsp:txBody>
      <dsp:txXfrm>
        <a:off x="38553" y="3356900"/>
        <a:ext cx="3743779" cy="712653"/>
      </dsp:txXfrm>
    </dsp:sp>
    <dsp:sp modelId="{4ADBA8B0-0E65-4E05-A2A0-EDF1CEF1A135}">
      <dsp:nvSpPr>
        <dsp:cNvPr id="0" name=""/>
        <dsp:cNvSpPr/>
      </dsp:nvSpPr>
      <dsp:spPr>
        <a:xfrm rot="5400000">
          <a:off x="6901324" y="1146131"/>
          <a:ext cx="631807" cy="6792685"/>
        </a:xfrm>
        <a:prstGeom prst="round2SameRect">
          <a:avLst/>
        </a:prstGeom>
        <a:solidFill>
          <a:schemeClr val="bg1">
            <a:alpha val="9000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 noProof="0" dirty="0"/>
            <a:t>odstranění nepotřebných sloupců, přejmenování, nastavení pořadí: </a:t>
          </a:r>
          <a:r>
            <a:rPr lang="cs-CZ" sz="1600" i="1" kern="1200" noProof="0" dirty="0"/>
            <a:t>drop(), </a:t>
          </a:r>
          <a:r>
            <a:rPr lang="cs-CZ" sz="1600" i="1" kern="1200" noProof="0" dirty="0" err="1"/>
            <a:t>rename</a:t>
          </a:r>
          <a:r>
            <a:rPr lang="cs-CZ" sz="1600" i="1" kern="1200" noProof="0" dirty="0"/>
            <a:t>(), </a:t>
          </a:r>
          <a:r>
            <a:rPr lang="cs-CZ" sz="1600" i="1" kern="1200" noProof="0" dirty="0" err="1"/>
            <a:t>set_index</a:t>
          </a:r>
          <a:r>
            <a:rPr lang="cs-CZ" sz="1600" i="1" kern="1200" noProof="0" dirty="0"/>
            <a:t>(); </a:t>
          </a:r>
          <a:r>
            <a:rPr lang="cs-CZ" sz="1600" i="0" kern="1200" noProof="0" dirty="0"/>
            <a:t>graf (</a:t>
          </a:r>
          <a:r>
            <a:rPr lang="cs-CZ" sz="1600" i="1" kern="1200" noProof="0" dirty="0" err="1"/>
            <a:t>matplotlib</a:t>
          </a:r>
          <a:r>
            <a:rPr lang="cs-CZ" sz="1600" i="0" kern="1200" noProof="0" dirty="0"/>
            <a:t>)</a:t>
          </a:r>
          <a:endParaRPr lang="cs-CZ" sz="1600" kern="1200" noProof="0" dirty="0"/>
        </a:p>
      </dsp:txBody>
      <dsp:txXfrm rot="-5400000">
        <a:off x="3820885" y="4257412"/>
        <a:ext cx="6761843" cy="570123"/>
      </dsp:txXfrm>
    </dsp:sp>
    <dsp:sp modelId="{289F5D19-EE70-4050-A4F2-0CA589EA85D8}">
      <dsp:nvSpPr>
        <dsp:cNvPr id="0" name=""/>
        <dsp:cNvSpPr/>
      </dsp:nvSpPr>
      <dsp:spPr>
        <a:xfrm>
          <a:off x="0" y="4147594"/>
          <a:ext cx="3820885" cy="789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kern="1200" noProof="0" dirty="0"/>
            <a:t>Formátování a graf</a:t>
          </a:r>
        </a:p>
      </dsp:txBody>
      <dsp:txXfrm>
        <a:off x="38553" y="4186147"/>
        <a:ext cx="3743779" cy="7126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A940C-CB7D-4C50-9A14-6E05405F2FDE}">
      <dsp:nvSpPr>
        <dsp:cNvPr id="0" name=""/>
        <dsp:cNvSpPr/>
      </dsp:nvSpPr>
      <dsp:spPr>
        <a:xfrm>
          <a:off x="0" y="380852"/>
          <a:ext cx="11000015" cy="2064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723" tIns="479044" rIns="853723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300" b="0" kern="1200" noProof="0" dirty="0"/>
            <a:t>stavební náklady (oranžová) – </a:t>
          </a:r>
          <a:r>
            <a:rPr lang="cs-CZ" sz="2300" b="1" kern="1200" noProof="0" dirty="0"/>
            <a:t>mírný růst bez výrazných skoků </a:t>
          </a:r>
          <a:r>
            <a:rPr lang="cs-CZ" sz="2300" b="0" kern="1200" noProof="0" dirty="0"/>
            <a:t>(nejsou hlavním faktorem náhlého růstu)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300" kern="1200" noProof="0" dirty="0"/>
            <a:t>úrokové sazby </a:t>
          </a:r>
          <a:r>
            <a:rPr lang="cs-CZ" sz="2300" b="1" kern="1200" noProof="0" dirty="0"/>
            <a:t>omezený</a:t>
          </a:r>
          <a:r>
            <a:rPr lang="cs-CZ" sz="2300" kern="1200" noProof="0" dirty="0"/>
            <a:t> vliv na index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300" kern="1200" noProof="0" dirty="0"/>
            <a:t>růst populace (šedá) – téměř žádný dopad</a:t>
          </a:r>
        </a:p>
      </dsp:txBody>
      <dsp:txXfrm>
        <a:off x="0" y="380852"/>
        <a:ext cx="11000015" cy="2064825"/>
      </dsp:txXfrm>
    </dsp:sp>
    <dsp:sp modelId="{F55FB40F-891E-4562-89CA-84257AF01C0B}">
      <dsp:nvSpPr>
        <dsp:cNvPr id="0" name=""/>
        <dsp:cNvSpPr/>
      </dsp:nvSpPr>
      <dsp:spPr>
        <a:xfrm>
          <a:off x="550000" y="41372"/>
          <a:ext cx="770001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042" tIns="0" rIns="29104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kern="1200" noProof="0" dirty="0"/>
            <a:t>Vztah reálné ceny domů a ostatních proměnných</a:t>
          </a:r>
        </a:p>
      </dsp:txBody>
      <dsp:txXfrm>
        <a:off x="583144" y="74516"/>
        <a:ext cx="7633722" cy="612672"/>
      </dsp:txXfrm>
    </dsp:sp>
    <dsp:sp modelId="{E9B76544-7124-45C5-B9F6-D552F7924B3A}">
      <dsp:nvSpPr>
        <dsp:cNvPr id="0" name=""/>
        <dsp:cNvSpPr/>
      </dsp:nvSpPr>
      <dsp:spPr>
        <a:xfrm>
          <a:off x="0" y="2909357"/>
          <a:ext cx="11000015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723" tIns="479044" rIns="853723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300" b="1" kern="1200" noProof="0" dirty="0"/>
            <a:t>spekulace</a:t>
          </a:r>
          <a:r>
            <a:rPr lang="cs-CZ" sz="2300" kern="1200" noProof="0" dirty="0"/>
            <a:t> – očekávání subjektů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300" b="1" kern="1200" noProof="0" dirty="0"/>
            <a:t>úvěrová expanze </a:t>
          </a:r>
          <a:r>
            <a:rPr lang="cs-CZ" sz="2300" kern="1200" noProof="0" dirty="0"/>
            <a:t>– kompenzuje vliv sazeb (podcenění rizika) </a:t>
          </a:r>
        </a:p>
      </dsp:txBody>
      <dsp:txXfrm>
        <a:off x="0" y="2909357"/>
        <a:ext cx="11000015" cy="1340325"/>
      </dsp:txXfrm>
    </dsp:sp>
    <dsp:sp modelId="{3F1EB240-9C5B-49C0-8B73-B85FC860B354}">
      <dsp:nvSpPr>
        <dsp:cNvPr id="0" name=""/>
        <dsp:cNvSpPr/>
      </dsp:nvSpPr>
      <dsp:spPr>
        <a:xfrm>
          <a:off x="550000" y="2569877"/>
          <a:ext cx="7700010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1042" tIns="0" rIns="29104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0" kern="1200" noProof="0" dirty="0"/>
            <a:t>Hlavní vliv na cenu domů</a:t>
          </a:r>
        </a:p>
      </dsp:txBody>
      <dsp:txXfrm>
        <a:off x="583144" y="2603021"/>
        <a:ext cx="7633722" cy="6126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E9F8C-4311-4B9D-ADA5-E0202525885C}">
      <dsp:nvSpPr>
        <dsp:cNvPr id="0" name=""/>
        <dsp:cNvSpPr/>
      </dsp:nvSpPr>
      <dsp:spPr>
        <a:xfrm>
          <a:off x="10736" y="0"/>
          <a:ext cx="10978541" cy="6463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noProof="0" dirty="0"/>
            <a:t>Implikace: prudké nárůsty cen nemovitostí ovlivňují spíše investiční chování a chápání rizika bank než klasické fundamenty</a:t>
          </a:r>
        </a:p>
      </dsp:txBody>
      <dsp:txXfrm>
        <a:off x="29666" y="18930"/>
        <a:ext cx="10940681" cy="60847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4E220F-2630-4677-8E7D-7C4C8E162513}">
      <dsp:nvSpPr>
        <dsp:cNvPr id="0" name=""/>
        <dsp:cNvSpPr/>
      </dsp:nvSpPr>
      <dsp:spPr>
        <a:xfrm>
          <a:off x="5671" y="387419"/>
          <a:ext cx="1933952" cy="966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i="0" kern="1200" baseline="0" noProof="0" dirty="0"/>
            <a:t>1944–1945: Konec 2. světové války</a:t>
          </a:r>
          <a:endParaRPr lang="cs-CZ" sz="2000" kern="1200" noProof="0" dirty="0"/>
        </a:p>
      </dsp:txBody>
      <dsp:txXfrm>
        <a:off x="33993" y="415741"/>
        <a:ext cx="1877308" cy="910332"/>
      </dsp:txXfrm>
    </dsp:sp>
    <dsp:sp modelId="{8106CD0B-2FCA-44E0-8CF1-E33455812057}">
      <dsp:nvSpPr>
        <dsp:cNvPr id="0" name=""/>
        <dsp:cNvSpPr/>
      </dsp:nvSpPr>
      <dsp:spPr>
        <a:xfrm>
          <a:off x="199066" y="1354396"/>
          <a:ext cx="193395" cy="9403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0336"/>
              </a:lnTo>
              <a:lnTo>
                <a:pt x="193395" y="94033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9241FC-6B69-4349-8EB8-C898116FFC40}">
      <dsp:nvSpPr>
        <dsp:cNvPr id="0" name=""/>
        <dsp:cNvSpPr/>
      </dsp:nvSpPr>
      <dsp:spPr>
        <a:xfrm>
          <a:off x="392461" y="1596140"/>
          <a:ext cx="1547162" cy="13971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Omezení výstavby během války → nedostatek bydlení</a:t>
          </a:r>
          <a:endParaRPr lang="cs-CZ" sz="1800" kern="1200" noProof="0" dirty="0"/>
        </a:p>
      </dsp:txBody>
      <dsp:txXfrm>
        <a:off x="433383" y="1637062"/>
        <a:ext cx="1465318" cy="1315340"/>
      </dsp:txXfrm>
    </dsp:sp>
    <dsp:sp modelId="{9CDA4580-7D51-4101-B614-77F08D600D5A}">
      <dsp:nvSpPr>
        <dsp:cNvPr id="0" name=""/>
        <dsp:cNvSpPr/>
      </dsp:nvSpPr>
      <dsp:spPr>
        <a:xfrm>
          <a:off x="199066" y="1354396"/>
          <a:ext cx="193395" cy="28920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92018"/>
              </a:lnTo>
              <a:lnTo>
                <a:pt x="193395" y="289201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7DAAC0-B2A4-46A7-BFB9-8FECE84DD8EB}">
      <dsp:nvSpPr>
        <dsp:cNvPr id="0" name=""/>
        <dsp:cNvSpPr/>
      </dsp:nvSpPr>
      <dsp:spPr>
        <a:xfrm>
          <a:off x="392461" y="3235068"/>
          <a:ext cx="1547162" cy="20226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„Baby boom“ + strach z dalších války (Korea) → růst cen</a:t>
          </a:r>
          <a:endParaRPr lang="cs-CZ" sz="1800" kern="1200" noProof="0" dirty="0"/>
        </a:p>
      </dsp:txBody>
      <dsp:txXfrm>
        <a:off x="437776" y="3280383"/>
        <a:ext cx="1456532" cy="1932061"/>
      </dsp:txXfrm>
    </dsp:sp>
    <dsp:sp modelId="{6A8092FC-39F7-4F4D-9394-AEC7B489E72D}">
      <dsp:nvSpPr>
        <dsp:cNvPr id="0" name=""/>
        <dsp:cNvSpPr/>
      </dsp:nvSpPr>
      <dsp:spPr>
        <a:xfrm>
          <a:off x="2423112" y="387419"/>
          <a:ext cx="1933952" cy="966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i="0" kern="1200" baseline="0" noProof="0" dirty="0"/>
            <a:t>1979–1982: Druhá ropná krize</a:t>
          </a:r>
          <a:endParaRPr lang="cs-CZ" sz="2000" kern="1200" noProof="0" dirty="0"/>
        </a:p>
      </dsp:txBody>
      <dsp:txXfrm>
        <a:off x="2451434" y="415741"/>
        <a:ext cx="1877308" cy="910332"/>
      </dsp:txXfrm>
    </dsp:sp>
    <dsp:sp modelId="{2834E524-9DA3-4CBC-874F-1E3E448E2926}">
      <dsp:nvSpPr>
        <dsp:cNvPr id="0" name=""/>
        <dsp:cNvSpPr/>
      </dsp:nvSpPr>
      <dsp:spPr>
        <a:xfrm>
          <a:off x="2616507" y="1354396"/>
          <a:ext cx="193395" cy="9907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0792"/>
              </a:lnTo>
              <a:lnTo>
                <a:pt x="193395" y="9907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05E24A-5E39-4B2D-8C77-F73246858C99}">
      <dsp:nvSpPr>
        <dsp:cNvPr id="0" name=""/>
        <dsp:cNvSpPr/>
      </dsp:nvSpPr>
      <dsp:spPr>
        <a:xfrm>
          <a:off x="2809902" y="1596140"/>
          <a:ext cx="1547162" cy="14980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Vysoká inflace a úrokové sazby → menší vrchol cen</a:t>
          </a:r>
          <a:endParaRPr lang="cs-CZ" sz="1800" kern="1200" noProof="0" dirty="0"/>
        </a:p>
      </dsp:txBody>
      <dsp:txXfrm>
        <a:off x="2853780" y="1640018"/>
        <a:ext cx="1459406" cy="1410341"/>
      </dsp:txXfrm>
    </dsp:sp>
    <dsp:sp modelId="{3A569968-116C-4678-B410-56D13EEC46EC}">
      <dsp:nvSpPr>
        <dsp:cNvPr id="0" name=""/>
        <dsp:cNvSpPr/>
      </dsp:nvSpPr>
      <dsp:spPr>
        <a:xfrm>
          <a:off x="2616507" y="1354396"/>
          <a:ext cx="193395" cy="29819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81995"/>
              </a:lnTo>
              <a:lnTo>
                <a:pt x="193395" y="298199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8B9E9E-C736-404E-82A4-2A42209D8E37}">
      <dsp:nvSpPr>
        <dsp:cNvPr id="0" name=""/>
        <dsp:cNvSpPr/>
      </dsp:nvSpPr>
      <dsp:spPr>
        <a:xfrm>
          <a:off x="2809902" y="3335982"/>
          <a:ext cx="1547162" cy="20008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Spíše makro-ekonomický efekt než čistá realitní bublina</a:t>
          </a:r>
          <a:endParaRPr lang="cs-CZ" sz="1800" kern="1200" noProof="0" dirty="0"/>
        </a:p>
      </dsp:txBody>
      <dsp:txXfrm>
        <a:off x="2855217" y="3381297"/>
        <a:ext cx="1456532" cy="1910188"/>
      </dsp:txXfrm>
    </dsp:sp>
    <dsp:sp modelId="{C089BD33-BD0E-4203-9346-66E20281DCA6}">
      <dsp:nvSpPr>
        <dsp:cNvPr id="0" name=""/>
        <dsp:cNvSpPr/>
      </dsp:nvSpPr>
      <dsp:spPr>
        <a:xfrm>
          <a:off x="4840552" y="387419"/>
          <a:ext cx="1933952" cy="966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i="0" kern="1200" baseline="0" noProof="0" dirty="0"/>
            <a:t>1988–1991: </a:t>
          </a:r>
          <a:r>
            <a:rPr lang="cs-CZ" sz="2000" b="1" i="0" kern="1200" baseline="0" noProof="0" dirty="0" err="1"/>
            <a:t>Savings</a:t>
          </a:r>
          <a:r>
            <a:rPr lang="cs-CZ" sz="2000" b="1" i="0" kern="1200" baseline="0" noProof="0" dirty="0"/>
            <a:t> &amp; Loan krize</a:t>
          </a:r>
          <a:endParaRPr lang="cs-CZ" sz="2000" kern="1200" noProof="0" dirty="0"/>
        </a:p>
      </dsp:txBody>
      <dsp:txXfrm>
        <a:off x="4868874" y="415741"/>
        <a:ext cx="1877308" cy="910332"/>
      </dsp:txXfrm>
    </dsp:sp>
    <dsp:sp modelId="{981BB762-84FB-46A1-906E-712BA2D9872A}">
      <dsp:nvSpPr>
        <dsp:cNvPr id="0" name=""/>
        <dsp:cNvSpPr/>
      </dsp:nvSpPr>
      <dsp:spPr>
        <a:xfrm>
          <a:off x="5033947" y="1354396"/>
          <a:ext cx="193395" cy="1268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8634"/>
              </a:lnTo>
              <a:lnTo>
                <a:pt x="193395" y="126863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54A48-628A-4747-B060-2DA89FD86B04}">
      <dsp:nvSpPr>
        <dsp:cNvPr id="0" name=""/>
        <dsp:cNvSpPr/>
      </dsp:nvSpPr>
      <dsp:spPr>
        <a:xfrm>
          <a:off x="5227343" y="1596140"/>
          <a:ext cx="1547162" cy="20537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Deregulace a rizikové úvěry → regionální bublina (Texas, Kalifornie)</a:t>
          </a:r>
          <a:endParaRPr lang="cs-CZ" sz="1800" kern="1200" noProof="0" dirty="0"/>
        </a:p>
      </dsp:txBody>
      <dsp:txXfrm>
        <a:off x="5272658" y="1641455"/>
        <a:ext cx="1456532" cy="1963150"/>
      </dsp:txXfrm>
    </dsp:sp>
    <dsp:sp modelId="{CFE1BB52-242F-4EE2-A692-157989ABBB20}">
      <dsp:nvSpPr>
        <dsp:cNvPr id="0" name=""/>
        <dsp:cNvSpPr/>
      </dsp:nvSpPr>
      <dsp:spPr>
        <a:xfrm>
          <a:off x="5033947" y="1354396"/>
          <a:ext cx="193395" cy="33749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74969"/>
              </a:lnTo>
              <a:lnTo>
                <a:pt x="193395" y="33749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F02A56-11EC-4CF0-A12F-4883CEAD09CE}">
      <dsp:nvSpPr>
        <dsp:cNvPr id="0" name=""/>
        <dsp:cNvSpPr/>
      </dsp:nvSpPr>
      <dsp:spPr>
        <a:xfrm>
          <a:off x="5227343" y="3891664"/>
          <a:ext cx="1547162" cy="16754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Po roce 1990 pokles cen a recese</a:t>
          </a:r>
          <a:endParaRPr lang="cs-CZ" sz="1800" kern="1200" noProof="0" dirty="0"/>
        </a:p>
      </dsp:txBody>
      <dsp:txXfrm>
        <a:off x="5272658" y="3936979"/>
        <a:ext cx="1456532" cy="1584772"/>
      </dsp:txXfrm>
    </dsp:sp>
    <dsp:sp modelId="{C793C943-2BBD-434F-A643-0B83DC8608D7}">
      <dsp:nvSpPr>
        <dsp:cNvPr id="0" name=""/>
        <dsp:cNvSpPr/>
      </dsp:nvSpPr>
      <dsp:spPr>
        <a:xfrm>
          <a:off x="7257993" y="387419"/>
          <a:ext cx="1933952" cy="966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noProof="0" dirty="0"/>
            <a:t>2007–2009: Globální finanční krize</a:t>
          </a:r>
        </a:p>
      </dsp:txBody>
      <dsp:txXfrm>
        <a:off x="7286315" y="415741"/>
        <a:ext cx="1877308" cy="910332"/>
      </dsp:txXfrm>
    </dsp:sp>
    <dsp:sp modelId="{3EABFF6B-BA8A-4BA5-940A-B110B8E18E97}">
      <dsp:nvSpPr>
        <dsp:cNvPr id="0" name=""/>
        <dsp:cNvSpPr/>
      </dsp:nvSpPr>
      <dsp:spPr>
        <a:xfrm>
          <a:off x="7451388" y="1354396"/>
          <a:ext cx="193395" cy="947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278"/>
              </a:lnTo>
              <a:lnTo>
                <a:pt x="193395" y="947278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13CF91-0630-4D48-83F2-DABD072FC193}">
      <dsp:nvSpPr>
        <dsp:cNvPr id="0" name=""/>
        <dsp:cNvSpPr/>
      </dsp:nvSpPr>
      <dsp:spPr>
        <a:xfrm>
          <a:off x="7644783" y="1596140"/>
          <a:ext cx="1547162" cy="14110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Největší propad cen v historii</a:t>
          </a:r>
          <a:endParaRPr lang="cs-CZ" sz="1800" kern="1200" noProof="0" dirty="0"/>
        </a:p>
      </dsp:txBody>
      <dsp:txXfrm>
        <a:off x="7686112" y="1637469"/>
        <a:ext cx="1464504" cy="1328411"/>
      </dsp:txXfrm>
    </dsp:sp>
    <dsp:sp modelId="{C498BA44-DA00-4AF7-931C-5A2931DEFB51}">
      <dsp:nvSpPr>
        <dsp:cNvPr id="0" name=""/>
        <dsp:cNvSpPr/>
      </dsp:nvSpPr>
      <dsp:spPr>
        <a:xfrm>
          <a:off x="7451388" y="1354396"/>
          <a:ext cx="193395" cy="29022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02205"/>
              </a:lnTo>
              <a:lnTo>
                <a:pt x="193395" y="290220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3F7C3D-3BBE-43D3-93F0-CEED56320221}">
      <dsp:nvSpPr>
        <dsp:cNvPr id="0" name=""/>
        <dsp:cNvSpPr/>
      </dsp:nvSpPr>
      <dsp:spPr>
        <a:xfrm>
          <a:off x="7644783" y="3248954"/>
          <a:ext cx="1547162" cy="2015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Příčina: spekulace, optimistické úvěrování, víra „ceny rostou navždy“</a:t>
          </a:r>
          <a:endParaRPr lang="cs-CZ" sz="1800" kern="1200" noProof="0" dirty="0"/>
        </a:p>
      </dsp:txBody>
      <dsp:txXfrm>
        <a:off x="7690098" y="3294269"/>
        <a:ext cx="1456532" cy="1924664"/>
      </dsp:txXfrm>
    </dsp:sp>
    <dsp:sp modelId="{AAF11BA8-A5BF-4B03-989E-69189DAFF48F}">
      <dsp:nvSpPr>
        <dsp:cNvPr id="0" name=""/>
        <dsp:cNvSpPr/>
      </dsp:nvSpPr>
      <dsp:spPr>
        <a:xfrm>
          <a:off x="9675434" y="387419"/>
          <a:ext cx="1933952" cy="9669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i="0" kern="1200" baseline="0" noProof="0" dirty="0"/>
            <a:t>2020–2021: COVID-19</a:t>
          </a:r>
          <a:endParaRPr lang="cs-CZ" sz="2000" kern="1200" noProof="0" dirty="0"/>
        </a:p>
      </dsp:txBody>
      <dsp:txXfrm>
        <a:off x="9703756" y="415741"/>
        <a:ext cx="1877308" cy="910332"/>
      </dsp:txXfrm>
    </dsp:sp>
    <dsp:sp modelId="{A1CA91B3-6450-491E-92CC-27429BF3FF49}">
      <dsp:nvSpPr>
        <dsp:cNvPr id="0" name=""/>
        <dsp:cNvSpPr/>
      </dsp:nvSpPr>
      <dsp:spPr>
        <a:xfrm>
          <a:off x="9868829" y="1354396"/>
          <a:ext cx="193395" cy="1143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3236"/>
              </a:lnTo>
              <a:lnTo>
                <a:pt x="193395" y="1143236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91EE93-BB04-43E3-B4BE-50149258A37C}">
      <dsp:nvSpPr>
        <dsp:cNvPr id="0" name=""/>
        <dsp:cNvSpPr/>
      </dsp:nvSpPr>
      <dsp:spPr>
        <a:xfrm>
          <a:off x="10062224" y="1596140"/>
          <a:ext cx="1547162" cy="18029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b="0" i="0" kern="1200" baseline="0" noProof="0" dirty="0"/>
            <a:t>Nízké sazby + zvýšená poptávka po bydlení → další růst cen</a:t>
          </a:r>
          <a:endParaRPr lang="cs-CZ" sz="1800" kern="1200" noProof="0" dirty="0"/>
        </a:p>
      </dsp:txBody>
      <dsp:txXfrm>
        <a:off x="10107539" y="1641455"/>
        <a:ext cx="1456532" cy="171235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1880FD-99D3-4F5B-8ED7-C64B9F505F5F}">
      <dsp:nvSpPr>
        <dsp:cNvPr id="0" name=""/>
        <dsp:cNvSpPr/>
      </dsp:nvSpPr>
      <dsp:spPr>
        <a:xfrm>
          <a:off x="0" y="347332"/>
          <a:ext cx="11191426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579" tIns="437388" rIns="86857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800" b="1" kern="1200" noProof="0" dirty="0"/>
            <a:t>nemovitosti</a:t>
          </a:r>
          <a:r>
            <a:rPr lang="cs-CZ" sz="1800" kern="1200" noProof="0" dirty="0"/>
            <a:t> tvoří klíčovou složku majetku domácností</a:t>
          </a:r>
        </a:p>
      </dsp:txBody>
      <dsp:txXfrm>
        <a:off x="0" y="347332"/>
        <a:ext cx="11191426" cy="826875"/>
      </dsp:txXfrm>
    </dsp:sp>
    <dsp:sp modelId="{0870D8D1-AC70-4812-B509-477ED8047951}">
      <dsp:nvSpPr>
        <dsp:cNvPr id="0" name=""/>
        <dsp:cNvSpPr/>
      </dsp:nvSpPr>
      <dsp:spPr>
        <a:xfrm>
          <a:off x="559571" y="37372"/>
          <a:ext cx="783399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106" tIns="0" rIns="2961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noProof="0" dirty="0"/>
            <a:t>Silná závislost mezi růstem cen nemovitostí a růstem čistého bohatství domácností (ale i naopak)</a:t>
          </a:r>
        </a:p>
      </dsp:txBody>
      <dsp:txXfrm>
        <a:off x="589833" y="67634"/>
        <a:ext cx="7773474" cy="559396"/>
      </dsp:txXfrm>
    </dsp:sp>
    <dsp:sp modelId="{0419313C-3051-4837-9800-14FB78368E4B}">
      <dsp:nvSpPr>
        <dsp:cNvPr id="0" name=""/>
        <dsp:cNvSpPr/>
      </dsp:nvSpPr>
      <dsp:spPr>
        <a:xfrm>
          <a:off x="0" y="1597567"/>
          <a:ext cx="11191426" cy="1124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579" tIns="437388" rIns="86857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800" b="1" kern="1200" noProof="0" dirty="0"/>
            <a:t>volatilita</a:t>
          </a:r>
          <a:r>
            <a:rPr lang="cs-CZ" sz="1800" kern="1200" noProof="0" dirty="0"/>
            <a:t> cen domů má přímý dopad na finanční stabilitu domácností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800" kern="1200" noProof="0" dirty="0"/>
            <a:t>růst bohatství není vždy tažen produktivitou, ale spíše </a:t>
          </a:r>
          <a:r>
            <a:rPr lang="cs-CZ" sz="1800" b="1" kern="1200" noProof="0" dirty="0"/>
            <a:t>cenovými efekty</a:t>
          </a:r>
        </a:p>
      </dsp:txBody>
      <dsp:txXfrm>
        <a:off x="0" y="1597567"/>
        <a:ext cx="11191426" cy="1124550"/>
      </dsp:txXfrm>
    </dsp:sp>
    <dsp:sp modelId="{DB9A1EA3-8BB5-4F82-AC73-6820E1BDFA9C}">
      <dsp:nvSpPr>
        <dsp:cNvPr id="0" name=""/>
        <dsp:cNvSpPr/>
      </dsp:nvSpPr>
      <dsp:spPr>
        <a:xfrm>
          <a:off x="559571" y="1287607"/>
          <a:ext cx="783399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106" tIns="0" rIns="2961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noProof="0" dirty="0"/>
            <a:t>Implikace</a:t>
          </a:r>
        </a:p>
      </dsp:txBody>
      <dsp:txXfrm>
        <a:off x="589833" y="1317869"/>
        <a:ext cx="7773474" cy="559396"/>
      </dsp:txXfrm>
    </dsp:sp>
    <dsp:sp modelId="{A3045E3E-F91B-437A-B9A8-D3F21885177D}">
      <dsp:nvSpPr>
        <dsp:cNvPr id="0" name=""/>
        <dsp:cNvSpPr/>
      </dsp:nvSpPr>
      <dsp:spPr>
        <a:xfrm>
          <a:off x="0" y="3145477"/>
          <a:ext cx="11191426" cy="138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8579" tIns="437388" rIns="868579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800" kern="1200" noProof="0" dirty="0"/>
            <a:t>pokud se ceny nemovitostí odpojí od </a:t>
          </a:r>
          <a:r>
            <a:rPr lang="cs-CZ" sz="1800" b="1" kern="1200" noProof="0" dirty="0"/>
            <a:t>fundamentů</a:t>
          </a:r>
          <a:r>
            <a:rPr lang="cs-CZ" sz="1800" kern="1200" noProof="0" dirty="0"/>
            <a:t>, může dojít k prudkému poklesu čistého bohatství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800" b="1" kern="1200" noProof="0" dirty="0"/>
            <a:t>negativní dopad </a:t>
          </a:r>
          <a:r>
            <a:rPr lang="cs-CZ" sz="1800" kern="1200" noProof="0" dirty="0"/>
            <a:t>na spotřebu a ekonomiku </a:t>
          </a:r>
        </a:p>
      </dsp:txBody>
      <dsp:txXfrm>
        <a:off x="0" y="3145477"/>
        <a:ext cx="11191426" cy="1389150"/>
      </dsp:txXfrm>
    </dsp:sp>
    <dsp:sp modelId="{02A16C6E-6FBD-47BA-B442-CB5E9057D6BA}">
      <dsp:nvSpPr>
        <dsp:cNvPr id="0" name=""/>
        <dsp:cNvSpPr/>
      </dsp:nvSpPr>
      <dsp:spPr>
        <a:xfrm>
          <a:off x="559571" y="2835517"/>
          <a:ext cx="7833998" cy="619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106" tIns="0" rIns="29610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 noProof="0" dirty="0"/>
            <a:t>Riziko</a:t>
          </a:r>
        </a:p>
      </dsp:txBody>
      <dsp:txXfrm>
        <a:off x="589833" y="2865779"/>
        <a:ext cx="7773474" cy="55939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ADDAC9-ECB6-4672-B513-24FB60CAD068}">
      <dsp:nvSpPr>
        <dsp:cNvPr id="0" name=""/>
        <dsp:cNvSpPr/>
      </dsp:nvSpPr>
      <dsp:spPr>
        <a:xfrm>
          <a:off x="3445329" y="0"/>
          <a:ext cx="5617028" cy="561702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1D42C0-3BFF-4095-B4C7-74DA7698CCE0}">
      <dsp:nvSpPr>
        <dsp:cNvPr id="0" name=""/>
        <dsp:cNvSpPr/>
      </dsp:nvSpPr>
      <dsp:spPr>
        <a:xfrm>
          <a:off x="3978946" y="533617"/>
          <a:ext cx="2190640" cy="219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ceny nemovitostí vykazují dlouhodobý růst s výraznými cykly</a:t>
          </a:r>
          <a:endParaRPr lang="en-GB" sz="2100" kern="1200"/>
        </a:p>
      </dsp:txBody>
      <dsp:txXfrm>
        <a:off x="4085884" y="640555"/>
        <a:ext cx="1976764" cy="1976764"/>
      </dsp:txXfrm>
    </dsp:sp>
    <dsp:sp modelId="{9A013D55-5668-40A6-B136-9711E79F2868}">
      <dsp:nvSpPr>
        <dsp:cNvPr id="0" name=""/>
        <dsp:cNvSpPr/>
      </dsp:nvSpPr>
      <dsp:spPr>
        <a:xfrm>
          <a:off x="6338098" y="533617"/>
          <a:ext cx="2190640" cy="219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bubliny: 2006–2008 a post-pandemický růst</a:t>
          </a:r>
          <a:endParaRPr lang="en-GB" sz="2100" kern="1200"/>
        </a:p>
      </dsp:txBody>
      <dsp:txXfrm>
        <a:off x="6445036" y="640555"/>
        <a:ext cx="1976764" cy="1976764"/>
      </dsp:txXfrm>
    </dsp:sp>
    <dsp:sp modelId="{5B273241-5BF2-4242-A57B-A5F01CB0C4F3}">
      <dsp:nvSpPr>
        <dsp:cNvPr id="0" name=""/>
        <dsp:cNvSpPr/>
      </dsp:nvSpPr>
      <dsp:spPr>
        <a:xfrm>
          <a:off x="3978946" y="2892769"/>
          <a:ext cx="2190640" cy="219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nestandardní hodnoty souvisí s krizemi a spekulacemi</a:t>
          </a:r>
          <a:endParaRPr lang="en-GB" sz="2100" kern="1200"/>
        </a:p>
      </dsp:txBody>
      <dsp:txXfrm>
        <a:off x="4085884" y="2999707"/>
        <a:ext cx="1976764" cy="1976764"/>
      </dsp:txXfrm>
    </dsp:sp>
    <dsp:sp modelId="{0F9E5119-967A-4E3B-9543-024DFD59B500}">
      <dsp:nvSpPr>
        <dsp:cNvPr id="0" name=""/>
        <dsp:cNvSpPr/>
      </dsp:nvSpPr>
      <dsp:spPr>
        <a:xfrm>
          <a:off x="6338098" y="2892769"/>
          <a:ext cx="2190640" cy="2190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 dirty="0"/>
            <a:t>nemovitosti jsou hlavním zdrojem bohatství domácností</a:t>
          </a:r>
          <a:endParaRPr lang="en-GB" sz="2100" kern="1200" dirty="0"/>
        </a:p>
      </dsp:txBody>
      <dsp:txXfrm>
        <a:off x="6445036" y="2999707"/>
        <a:ext cx="1976764" cy="1976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18E2B-101A-4692-934F-31E47BD8D1EA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25A6A-615F-4F5E-93A8-50188EEF51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967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25A6A-615F-4F5E-93A8-50188EEF513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68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9A4830-2EF1-CD20-5CFF-34BCC3E16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9C01101-0A88-0399-844A-BD15DDE2B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C85CB2C-E4AB-76C0-0E9F-29D1A5A8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95817E8-9AD8-E6AB-D60D-D4361F0B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1EEA2BE-D5BB-08D0-C392-F5EAD439B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46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3672DD-2F42-3ECD-AFFE-8B36E33C9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BB6996-D170-8973-BB02-FFDDE73B1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70D4BA-F240-BD45-AE2A-30123879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6DF56E-8D29-5891-691B-3797502F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6A262C6-797F-ADED-A58F-C6FE338A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29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391231-2289-FA09-5F80-11B2CC0E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97B7432-3BEB-377C-7B43-C5E819663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891C058-5D14-3171-7985-006DEF8F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0FFC7FE-8406-5EC8-64C5-92C569C2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B309DA-300E-1F40-C3DA-2E2E1F47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1268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C72AC9-64AE-CC32-ED22-89D58756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69200A-F416-20EA-B289-A66B82300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9EA9AA8-A6F6-9465-E732-477A8E10E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BCDEB3F-4B77-2C89-5948-C818E3AA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0B22F57-4F93-C77D-A444-EC0C4473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03DBAD9-906D-7708-1E54-7E56C2B7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42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6892-FE9E-4528-584B-975C927AD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BE51CE4-C721-BEE3-054E-B6375674A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752F97D-46A0-FAE5-FCF5-3A3C39FCA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35C02C2-9C75-6D12-9789-C1447B87D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37D19EF-9F1F-C594-2D46-414F04D4C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4A97831-9509-E9E0-B343-DD68AE19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0073FF4-EF2A-04E1-1743-63C582E2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89E1F65D-1385-96C0-0BA8-BBF3FB2B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42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A24EA2-49F8-C4E3-656E-2B29863D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DA68F14-DF99-5CD8-F964-911806435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DE893D8-11BB-6145-3F9E-228119315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F65B844-498A-DE1E-77E5-21CB9B5F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45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DEDC421-61BE-BA51-6BBD-64AEC1B9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941B5AF-C0D5-BA75-1FB2-F6D95B0D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C44150-FA9C-05EA-B75F-3A703129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70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2A4B09-9FFA-4588-4E9E-8726A30F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44A72C-4D29-902F-CA9D-F82608E3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5FAB7DF-2741-2DF6-5771-5AB3BE437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41FCBE5-CC46-5ACB-BA6A-FB3909C8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7B5BDA3-3FBC-5C21-8C04-59EA4F6C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8D40BE6-0EFD-B14E-5DCF-AE2B93E97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84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B40C0B-8EDD-A04A-D6DD-9F0888AA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55AF1F3-C664-1F31-7933-2A5A6CD90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62AB6B6-A2B6-D3C6-98CD-2A567662D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3CAEE0-372D-E89C-156C-A7C0EE0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2A9EEEE-102C-EF27-DE1E-0CD4745F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06A55C9-0081-0078-E664-738F261E4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090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4C06D4-B0DF-4DFD-3574-8D65FD40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EF063E7-6F51-F2C3-094B-A1D2E9E12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E96CD30-30EC-31DD-56FC-A31E68A2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35D084-71A6-E36D-FF1D-E136E6D45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F41D99-D628-D3A7-1E37-BFCB69C2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476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43640F4B-A8E4-9515-17A4-82F9C1DE9F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64F4258-24D2-673D-4149-93CA393B24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4D52FE0-AE4E-786D-9F48-511D6F91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7205E7E-95F7-81CC-9D94-D4E8FCB3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EA243F-88A7-9D2A-44F4-2FF9B719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27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A9EE094-074D-4D59-3B25-17C4E3AA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208C217-CBFD-39F2-68FB-82D6579BA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D421DB-6F76-A7CF-AB9F-7AC23577EA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B44BC-7C41-4EF1-9FAC-645F4EA5564C}" type="datetimeFigureOut">
              <a:rPr lang="en-GB" smtClean="0"/>
              <a:t>22/11/2025</a:t>
            </a:fld>
            <a:endParaRPr lang="en-GB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9B752E-C086-6B80-25B7-DB780D83F7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2BEE09-839A-5218-FA19-1625D5CF2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C247D-21B3-4A42-BEE6-077C565385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5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maziktomas/Case-Schiller-Index" TargetMode="Externa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hyperlink" Target="http://www.econ.yale.edu/~shiller/data.htm" TargetMode="Externa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s/sandp_case_shiller_index.asp" TargetMode="External"/><Relationship Id="rId2" Type="http://schemas.openxmlformats.org/officeDocument/2006/relationships/hyperlink" Target="https://www.nobelprize.org/prizes/economic-sciences/2013/shiller/fact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red.stlouisfed.org/series/CPIAUCSL" TargetMode="External"/><Relationship Id="rId5" Type="http://schemas.openxmlformats.org/officeDocument/2006/relationships/hyperlink" Target="https://fred.stlouisfed.org/series/BOGZ1FL192090005Q" TargetMode="External"/><Relationship Id="rId4" Type="http://schemas.openxmlformats.org/officeDocument/2006/relationships/hyperlink" Target="https://fred.stlouisfed.org/series/CSUSHPINS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F035232-B985-AE06-5488-8CB5E2D0F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 fontScale="90000"/>
          </a:bodyPr>
          <a:lstStyle/>
          <a:p>
            <a:pPr algn="l"/>
            <a:r>
              <a:rPr lang="cs-CZ" sz="4400" noProof="0" dirty="0">
                <a:solidFill>
                  <a:schemeClr val="tx2"/>
                </a:solidFill>
              </a:rPr>
              <a:t>Case-Schiller </a:t>
            </a:r>
            <a:r>
              <a:rPr lang="cs-CZ" sz="4400" noProof="0" dirty="0" err="1">
                <a:solidFill>
                  <a:schemeClr val="tx2"/>
                </a:solidFill>
              </a:rPr>
              <a:t>Home</a:t>
            </a:r>
            <a:r>
              <a:rPr lang="cs-CZ" sz="4400" noProof="0" dirty="0">
                <a:solidFill>
                  <a:schemeClr val="tx2"/>
                </a:solidFill>
              </a:rPr>
              <a:t> </a:t>
            </a:r>
            <a:r>
              <a:rPr lang="cs-CZ" sz="4400" noProof="0" dirty="0" err="1">
                <a:solidFill>
                  <a:schemeClr val="tx2"/>
                </a:solidFill>
              </a:rPr>
              <a:t>Price</a:t>
            </a:r>
            <a:r>
              <a:rPr lang="cs-CZ" sz="4400" noProof="0" dirty="0">
                <a:solidFill>
                  <a:schemeClr val="tx2"/>
                </a:solidFill>
              </a:rPr>
              <a:t> Index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D2DAF93-51F5-267F-936A-EB9C10B342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587" y="2584192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cs-CZ" sz="2000" noProof="0" dirty="0">
                <a:solidFill>
                  <a:schemeClr val="tx2"/>
                </a:solidFill>
              </a:rPr>
              <a:t>Tomáš Smažík</a:t>
            </a:r>
          </a:p>
        </p:txBody>
      </p:sp>
      <p:pic>
        <p:nvPicPr>
          <p:cNvPr id="7" name="Graphic 6" descr="Domov">
            <a:extLst>
              <a:ext uri="{FF2B5EF4-FFF2-40B4-BE49-F238E27FC236}">
                <a16:creationId xmlns:a16="http://schemas.microsoft.com/office/drawing/2014/main" id="{EA71881F-2992-23B3-B1F4-F06754064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noProof="0" dirty="0"/>
            </a:p>
          </p:txBody>
        </p:sp>
      </p:grpSp>
      <p:sp>
        <p:nvSpPr>
          <p:cNvPr id="4" name="TextovéPole 3">
            <a:extLst>
              <a:ext uri="{FF2B5EF4-FFF2-40B4-BE49-F238E27FC236}">
                <a16:creationId xmlns:a16="http://schemas.microsoft.com/office/drawing/2014/main" id="{4D93F626-0BA7-812B-9E95-C1FA9AAC4750}"/>
              </a:ext>
            </a:extLst>
          </p:cNvPr>
          <p:cNvSpPr txBox="1"/>
          <p:nvPr/>
        </p:nvSpPr>
        <p:spPr>
          <a:xfrm>
            <a:off x="5058765" y="322600"/>
            <a:ext cx="6937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Zdrojový kód: </a:t>
            </a:r>
            <a:r>
              <a:rPr lang="cs-CZ" dirty="0">
                <a:hlinkClick r:id="rId5"/>
              </a:rPr>
              <a:t>https://github.com/smaziktomas/Case-Schiller-Index</a:t>
            </a:r>
            <a:endParaRPr lang="cs-CZ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0268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262C49-6BC2-1CE0-4128-25FE1397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cs-CZ" noProof="0" dirty="0"/>
              <a:t>Popis cíle analýzy</a:t>
            </a:r>
          </a:p>
        </p:txBody>
      </p:sp>
      <p:graphicFrame>
        <p:nvGraphicFramePr>
          <p:cNvPr id="5" name="Zástupný obsah 4">
            <a:extLst>
              <a:ext uri="{FF2B5EF4-FFF2-40B4-BE49-F238E27FC236}">
                <a16:creationId xmlns:a16="http://schemas.microsoft.com/office/drawing/2014/main" id="{4D6FB48D-19F6-8015-7D17-10CCC3C13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990949"/>
              </p:ext>
            </p:extLst>
          </p:nvPr>
        </p:nvGraphicFramePr>
        <p:xfrm>
          <a:off x="566057" y="1690687"/>
          <a:ext cx="11059885" cy="4590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624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A0BFFA-ED43-1FED-7908-291056CCA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Case-Schiller </a:t>
            </a:r>
            <a:r>
              <a:rPr lang="cs-CZ" noProof="0" dirty="0" err="1"/>
              <a:t>Home</a:t>
            </a:r>
            <a:r>
              <a:rPr lang="cs-CZ" noProof="0" dirty="0"/>
              <a:t> </a:t>
            </a:r>
            <a:r>
              <a:rPr lang="cs-CZ" noProof="0" dirty="0" err="1"/>
              <a:t>Price</a:t>
            </a:r>
            <a:r>
              <a:rPr lang="cs-CZ" noProof="0" dirty="0"/>
              <a:t> Index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3F57CE97-3A13-2C6B-9EF6-8E309D6E77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025314"/>
              </p:ext>
            </p:extLst>
          </p:nvPr>
        </p:nvGraphicFramePr>
        <p:xfrm>
          <a:off x="838200" y="1825625"/>
          <a:ext cx="10515600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026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AA9078-444A-45C3-ACFD-72DCF375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Datové zdroje graf_1 (období 1890-2024)</a:t>
            </a:r>
          </a:p>
        </p:txBody>
      </p:sp>
      <p:graphicFrame>
        <p:nvGraphicFramePr>
          <p:cNvPr id="6" name="Zástupný obsah 5">
            <a:extLst>
              <a:ext uri="{FF2B5EF4-FFF2-40B4-BE49-F238E27FC236}">
                <a16:creationId xmlns:a16="http://schemas.microsoft.com/office/drawing/2014/main" id="{6E42CA5E-7AD7-12BD-3E02-0511450B58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428441"/>
              </p:ext>
            </p:extLst>
          </p:nvPr>
        </p:nvGraphicFramePr>
        <p:xfrm>
          <a:off x="838200" y="1545772"/>
          <a:ext cx="10515600" cy="4190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ovéPole 4">
            <a:extLst>
              <a:ext uri="{FF2B5EF4-FFF2-40B4-BE49-F238E27FC236}">
                <a16:creationId xmlns:a16="http://schemas.microsoft.com/office/drawing/2014/main" id="{DDE119FA-AF61-BCB7-4D1C-79D15C8680AD}"/>
              </a:ext>
            </a:extLst>
          </p:cNvPr>
          <p:cNvSpPr txBox="1"/>
          <p:nvPr/>
        </p:nvSpPr>
        <p:spPr>
          <a:xfrm>
            <a:off x="887185" y="5736771"/>
            <a:ext cx="104176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 err="1"/>
              <a:t>Shiller</a:t>
            </a:r>
            <a:r>
              <a:rPr lang="cs-CZ" noProof="0" dirty="0"/>
              <a:t>, R. J. (2015). </a:t>
            </a:r>
            <a:r>
              <a:rPr lang="cs-CZ" i="1" noProof="0" dirty="0" err="1"/>
              <a:t>Irrational</a:t>
            </a:r>
            <a:r>
              <a:rPr lang="cs-CZ" i="1" noProof="0" dirty="0"/>
              <a:t> </a:t>
            </a:r>
            <a:r>
              <a:rPr lang="cs-CZ" i="1" noProof="0" dirty="0" err="1"/>
              <a:t>exuberance</a:t>
            </a:r>
            <a:r>
              <a:rPr lang="cs-CZ" noProof="0" dirty="0"/>
              <a:t> (3rd </a:t>
            </a:r>
            <a:r>
              <a:rPr lang="cs-CZ" noProof="0" dirty="0" err="1"/>
              <a:t>ed</a:t>
            </a:r>
            <a:r>
              <a:rPr lang="cs-CZ" noProof="0" dirty="0"/>
              <a:t>.). </a:t>
            </a:r>
            <a:r>
              <a:rPr lang="cs-CZ" noProof="0" dirty="0" err="1"/>
              <a:t>Princeton</a:t>
            </a:r>
            <a:r>
              <a:rPr lang="cs-CZ" noProof="0" dirty="0"/>
              <a:t> University </a:t>
            </a:r>
            <a:r>
              <a:rPr lang="cs-CZ" noProof="0" dirty="0" err="1"/>
              <a:t>Press</a:t>
            </a:r>
            <a:r>
              <a:rPr lang="cs-CZ" noProof="0" dirty="0"/>
              <a:t>. Data set: U.S. </a:t>
            </a:r>
            <a:r>
              <a:rPr lang="cs-CZ" noProof="0" dirty="0" err="1"/>
              <a:t>Home</a:t>
            </a:r>
            <a:r>
              <a:rPr lang="cs-CZ" noProof="0" dirty="0"/>
              <a:t> </a:t>
            </a:r>
            <a:r>
              <a:rPr lang="cs-CZ" noProof="0" dirty="0" err="1"/>
              <a:t>Price</a:t>
            </a:r>
            <a:r>
              <a:rPr lang="cs-CZ" noProof="0" dirty="0"/>
              <a:t> and </a:t>
            </a:r>
            <a:r>
              <a:rPr lang="cs-CZ" noProof="0" dirty="0" err="1"/>
              <a:t>Related</a:t>
            </a:r>
            <a:r>
              <a:rPr lang="cs-CZ" noProof="0" dirty="0"/>
              <a:t> Data, </a:t>
            </a:r>
            <a:r>
              <a:rPr lang="cs-CZ" noProof="0" dirty="0" err="1"/>
              <a:t>Figure</a:t>
            </a:r>
            <a:r>
              <a:rPr lang="cs-CZ" noProof="0" dirty="0"/>
              <a:t> 3.1, as </a:t>
            </a:r>
            <a:r>
              <a:rPr lang="cs-CZ" noProof="0" dirty="0" err="1"/>
              <a:t>updated</a:t>
            </a:r>
            <a:r>
              <a:rPr lang="cs-CZ" noProof="0" dirty="0"/>
              <a:t> by </a:t>
            </a:r>
            <a:r>
              <a:rPr lang="cs-CZ" noProof="0" dirty="0" err="1"/>
              <a:t>author</a:t>
            </a:r>
            <a:r>
              <a:rPr lang="cs-CZ" noProof="0" dirty="0"/>
              <a:t>. </a:t>
            </a:r>
            <a:r>
              <a:rPr lang="cs-CZ" noProof="0" dirty="0" err="1"/>
              <a:t>Retrieved</a:t>
            </a:r>
            <a:r>
              <a:rPr lang="cs-CZ" noProof="0" dirty="0"/>
              <a:t> </a:t>
            </a:r>
            <a:r>
              <a:rPr lang="cs-CZ" noProof="0" dirty="0" err="1"/>
              <a:t>from</a:t>
            </a:r>
            <a:r>
              <a:rPr lang="cs-CZ" noProof="0" dirty="0"/>
              <a:t>:</a:t>
            </a:r>
          </a:p>
          <a:p>
            <a:r>
              <a:rPr lang="cs-CZ" noProof="0" dirty="0">
                <a:hlinkClick r:id="rId7"/>
              </a:rPr>
              <a:t>http://www.econ.yale.edu/~shiller/data.htm</a:t>
            </a:r>
            <a:endParaRPr lang="cs-CZ" noProof="0" dirty="0"/>
          </a:p>
          <a:p>
            <a:endParaRPr lang="cs-CZ" noProof="0" dirty="0"/>
          </a:p>
        </p:txBody>
      </p:sp>
    </p:spTree>
    <p:extLst>
      <p:ext uri="{BB962C8B-B14F-4D97-AF65-F5344CB8AC3E}">
        <p14:creationId xmlns:p14="http://schemas.microsoft.com/office/powerpoint/2010/main" val="16704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311E3E-8292-E690-4E85-48FE757F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Transformace dat graf_1</a:t>
            </a:r>
          </a:p>
        </p:txBody>
      </p:sp>
      <p:graphicFrame>
        <p:nvGraphicFramePr>
          <p:cNvPr id="7" name="Zástupný obsah 6">
            <a:extLst>
              <a:ext uri="{FF2B5EF4-FFF2-40B4-BE49-F238E27FC236}">
                <a16:creationId xmlns:a16="http://schemas.microsoft.com/office/drawing/2014/main" id="{170EAEBE-361E-BAB2-E38B-CDF133946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052771"/>
              </p:ext>
            </p:extLst>
          </p:nvPr>
        </p:nvGraphicFramePr>
        <p:xfrm>
          <a:off x="740229" y="1690688"/>
          <a:ext cx="10613571" cy="4938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Obrázek 5">
            <a:extLst>
              <a:ext uri="{FF2B5EF4-FFF2-40B4-BE49-F238E27FC236}">
                <a16:creationId xmlns:a16="http://schemas.microsoft.com/office/drawing/2014/main" id="{CC2041EF-14F7-FD1F-6BE9-84BB139D4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8880" y="484868"/>
            <a:ext cx="2836063" cy="8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51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Zástupný obsah 14" descr="Obsah obrázku text, řada/pruh, Vykreslený graf, diagram&#10;&#10;Obsah generovaný pomocí AI může být nesprávný.">
            <a:extLst>
              <a:ext uri="{FF2B5EF4-FFF2-40B4-BE49-F238E27FC236}">
                <a16:creationId xmlns:a16="http://schemas.microsoft.com/office/drawing/2014/main" id="{E36BFA47-9AA0-2560-6E67-256C57CAB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5" y="417342"/>
            <a:ext cx="12046630" cy="6023316"/>
          </a:xfrm>
          <a:ln>
            <a:solidFill>
              <a:schemeClr val="tx1"/>
            </a:solidFill>
          </a:ln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5E271DD6-1521-9104-D633-B1B0C2E01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974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 descr="Obsah obrázku text, snímek obrazovky, čtverec, Paralelní&#10;&#10;Obsah generovaný pomocí AI může být nesprávný.">
            <a:extLst>
              <a:ext uri="{FF2B5EF4-FFF2-40B4-BE49-F238E27FC236}">
                <a16:creationId xmlns:a16="http://schemas.microsoft.com/office/drawing/2014/main" id="{86182EF4-4581-0E9B-3163-2F09BBBA8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774" y="163290"/>
            <a:ext cx="7942224" cy="65472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2201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49F5CD0-56EF-211B-E189-B8B7DFA8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Komentář ke grafu_1</a:t>
            </a:r>
          </a:p>
        </p:txBody>
      </p:sp>
      <p:graphicFrame>
        <p:nvGraphicFramePr>
          <p:cNvPr id="12" name="Zástupný obsah 11">
            <a:extLst>
              <a:ext uri="{FF2B5EF4-FFF2-40B4-BE49-F238E27FC236}">
                <a16:creationId xmlns:a16="http://schemas.microsoft.com/office/drawing/2014/main" id="{2D34CCE8-EA04-4FCA-C3EA-60BCABCC7D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3454848"/>
              </p:ext>
            </p:extLst>
          </p:nvPr>
        </p:nvGraphicFramePr>
        <p:xfrm>
          <a:off x="974271" y="1500145"/>
          <a:ext cx="11000015" cy="4291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4CD52B6-263E-AB44-EF29-0080B97FF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941017"/>
              </p:ext>
            </p:extLst>
          </p:nvPr>
        </p:nvGraphicFramePr>
        <p:xfrm>
          <a:off x="974271" y="6019799"/>
          <a:ext cx="11000015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81366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118811-982B-C723-4C0E-4DD61F19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Komentář ke grafu_1</a:t>
            </a:r>
          </a:p>
        </p:txBody>
      </p:sp>
      <p:graphicFrame>
        <p:nvGraphicFramePr>
          <p:cNvPr id="12" name="Zástupný obsah 11">
            <a:extLst>
              <a:ext uri="{FF2B5EF4-FFF2-40B4-BE49-F238E27FC236}">
                <a16:creationId xmlns:a16="http://schemas.microsoft.com/office/drawing/2014/main" id="{73BAD880-9F19-3C0F-780A-99CE6D1457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909240"/>
              </p:ext>
            </p:extLst>
          </p:nvPr>
        </p:nvGraphicFramePr>
        <p:xfrm>
          <a:off x="288471" y="1230084"/>
          <a:ext cx="11615058" cy="5954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671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Zástupný obsah 4" descr="Obsah obrázku text, diagram, řada/pruh, Vykreslený graf&#10;&#10;Obsah generovaný pomocí AI může být nesprávný.">
            <a:extLst>
              <a:ext uri="{FF2B5EF4-FFF2-40B4-BE49-F238E27FC236}">
                <a16:creationId xmlns:a16="http://schemas.microsoft.com/office/drawing/2014/main" id="{57E5D997-4D01-9D6F-BBC8-95356ED44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99552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CF64EF-2D79-3A03-7B0B-53A466AF6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Komentář ke grafu_2</a:t>
            </a:r>
          </a:p>
        </p:txBody>
      </p:sp>
      <p:graphicFrame>
        <p:nvGraphicFramePr>
          <p:cNvPr id="6" name="Zástupný obsah 5">
            <a:extLst>
              <a:ext uri="{FF2B5EF4-FFF2-40B4-BE49-F238E27FC236}">
                <a16:creationId xmlns:a16="http://schemas.microsoft.com/office/drawing/2014/main" id="{FA0E3423-333F-84B8-2150-52ECDE12E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8187003"/>
              </p:ext>
            </p:extLst>
          </p:nvPr>
        </p:nvGraphicFramePr>
        <p:xfrm>
          <a:off x="499831" y="1578429"/>
          <a:ext cx="11191426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265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E203EB-7F13-6759-BA5C-E0DC65CC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Závěr</a:t>
            </a:r>
          </a:p>
        </p:txBody>
      </p:sp>
      <p:graphicFrame>
        <p:nvGraphicFramePr>
          <p:cNvPr id="5" name="Zástupný obsah 4">
            <a:extLst>
              <a:ext uri="{FF2B5EF4-FFF2-40B4-BE49-F238E27FC236}">
                <a16:creationId xmlns:a16="http://schemas.microsoft.com/office/drawing/2014/main" id="{81E0DB5C-8471-D2EA-AC5F-1AFA42D41C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8184683"/>
              </p:ext>
            </p:extLst>
          </p:nvPr>
        </p:nvGraphicFramePr>
        <p:xfrm>
          <a:off x="-157843" y="875847"/>
          <a:ext cx="12507686" cy="5617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713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95523C-9DAD-D51A-03EE-8B7A5999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25F2D78-EB14-6A43-F9FF-622EFBEAF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cs-CZ" noProof="0" dirty="0">
                <a:hlinkClick r:id="rId2"/>
              </a:rPr>
              <a:t>https://www.nobelprize.org/prizes/economic-sciences/2013/shiller/facts/</a:t>
            </a:r>
            <a:endParaRPr lang="cs-CZ" noProof="0" dirty="0"/>
          </a:p>
          <a:p>
            <a:r>
              <a:rPr lang="cs-CZ" noProof="0" dirty="0">
                <a:hlinkClick r:id="rId3"/>
              </a:rPr>
              <a:t>https://www.investopedia.com/terms/s/sandp_case_shiller_index.asp</a:t>
            </a:r>
            <a:endParaRPr lang="cs-CZ" noProof="0" dirty="0"/>
          </a:p>
          <a:p>
            <a:r>
              <a:rPr lang="cs-CZ" noProof="0" dirty="0"/>
              <a:t>S&amp;P Dow Jones </a:t>
            </a:r>
            <a:r>
              <a:rPr lang="cs-CZ" noProof="0" dirty="0" err="1"/>
              <a:t>Indices</a:t>
            </a:r>
            <a:r>
              <a:rPr lang="cs-CZ" noProof="0" dirty="0"/>
              <a:t> LLC, S&amp;P </a:t>
            </a:r>
            <a:r>
              <a:rPr lang="cs-CZ" noProof="0" dirty="0" err="1"/>
              <a:t>CoreLogic</a:t>
            </a:r>
            <a:r>
              <a:rPr lang="cs-CZ" noProof="0" dirty="0"/>
              <a:t> Case-</a:t>
            </a:r>
            <a:r>
              <a:rPr lang="cs-CZ" noProof="0" dirty="0" err="1"/>
              <a:t>Shiller</a:t>
            </a:r>
            <a:r>
              <a:rPr lang="cs-CZ" noProof="0" dirty="0"/>
              <a:t> U.S. </a:t>
            </a:r>
            <a:r>
              <a:rPr lang="cs-CZ" noProof="0" dirty="0" err="1"/>
              <a:t>National</a:t>
            </a:r>
            <a:r>
              <a:rPr lang="cs-CZ" noProof="0" dirty="0"/>
              <a:t> </a:t>
            </a:r>
            <a:r>
              <a:rPr lang="cs-CZ" noProof="0" dirty="0" err="1"/>
              <a:t>Home</a:t>
            </a:r>
            <a:r>
              <a:rPr lang="cs-CZ" noProof="0" dirty="0"/>
              <a:t> </a:t>
            </a:r>
            <a:r>
              <a:rPr lang="cs-CZ" noProof="0" dirty="0" err="1"/>
              <a:t>Price</a:t>
            </a:r>
            <a:r>
              <a:rPr lang="cs-CZ" noProof="0" dirty="0"/>
              <a:t> Index [CSUSHPINSA], </a:t>
            </a:r>
            <a:r>
              <a:rPr lang="cs-CZ" noProof="0" dirty="0" err="1"/>
              <a:t>retrieved</a:t>
            </a:r>
            <a:r>
              <a:rPr lang="cs-CZ" noProof="0" dirty="0"/>
              <a:t> </a:t>
            </a:r>
            <a:r>
              <a:rPr lang="cs-CZ" noProof="0" dirty="0" err="1"/>
              <a:t>from</a:t>
            </a:r>
            <a:r>
              <a:rPr lang="cs-CZ" noProof="0" dirty="0"/>
              <a:t> FRED, </a:t>
            </a:r>
            <a:r>
              <a:rPr lang="cs-CZ" noProof="0" dirty="0" err="1"/>
              <a:t>Federal</a:t>
            </a:r>
            <a:r>
              <a:rPr lang="cs-CZ" noProof="0" dirty="0"/>
              <a:t> </a:t>
            </a:r>
            <a:r>
              <a:rPr lang="cs-CZ" noProof="0" dirty="0" err="1"/>
              <a:t>Reserve</a:t>
            </a:r>
            <a:r>
              <a:rPr lang="cs-CZ" noProof="0" dirty="0"/>
              <a:t> Bank </a:t>
            </a:r>
            <a:r>
              <a:rPr lang="cs-CZ" noProof="0" dirty="0" err="1"/>
              <a:t>of</a:t>
            </a:r>
            <a:r>
              <a:rPr lang="cs-CZ" noProof="0" dirty="0"/>
              <a:t> St. Louis; </a:t>
            </a:r>
            <a:r>
              <a:rPr lang="cs-CZ" noProof="0" dirty="0">
                <a:hlinkClick r:id="rId4"/>
              </a:rPr>
              <a:t>https://fred.stlouisfed.org/series/CSUSHPINSA</a:t>
            </a:r>
            <a:r>
              <a:rPr lang="cs-CZ" noProof="0" dirty="0"/>
              <a:t> </a:t>
            </a:r>
          </a:p>
          <a:p>
            <a:r>
              <a:rPr lang="cs-CZ" noProof="0" dirty="0" err="1"/>
              <a:t>Board</a:t>
            </a:r>
            <a:r>
              <a:rPr lang="cs-CZ" noProof="0" dirty="0"/>
              <a:t> </a:t>
            </a:r>
            <a:r>
              <a:rPr lang="cs-CZ" noProof="0" dirty="0" err="1"/>
              <a:t>of</a:t>
            </a:r>
            <a:r>
              <a:rPr lang="cs-CZ" noProof="0" dirty="0"/>
              <a:t> </a:t>
            </a:r>
            <a:r>
              <a:rPr lang="cs-CZ" noProof="0" dirty="0" err="1"/>
              <a:t>Governors</a:t>
            </a:r>
            <a:r>
              <a:rPr lang="cs-CZ" noProof="0" dirty="0"/>
              <a:t> </a:t>
            </a:r>
            <a:r>
              <a:rPr lang="cs-CZ" noProof="0" dirty="0" err="1"/>
              <a:t>of</a:t>
            </a:r>
            <a:r>
              <a:rPr lang="cs-CZ" noProof="0" dirty="0"/>
              <a:t> </a:t>
            </a:r>
            <a:r>
              <a:rPr lang="cs-CZ" noProof="0" dirty="0" err="1"/>
              <a:t>the</a:t>
            </a:r>
            <a:r>
              <a:rPr lang="cs-CZ" noProof="0" dirty="0"/>
              <a:t> </a:t>
            </a:r>
            <a:r>
              <a:rPr lang="cs-CZ" noProof="0" dirty="0" err="1"/>
              <a:t>Federal</a:t>
            </a:r>
            <a:r>
              <a:rPr lang="cs-CZ" noProof="0" dirty="0"/>
              <a:t> </a:t>
            </a:r>
            <a:r>
              <a:rPr lang="cs-CZ" noProof="0" dirty="0" err="1"/>
              <a:t>Reserve</a:t>
            </a:r>
            <a:r>
              <a:rPr lang="cs-CZ" noProof="0" dirty="0"/>
              <a:t> </a:t>
            </a:r>
            <a:r>
              <a:rPr lang="cs-CZ" noProof="0" dirty="0" err="1"/>
              <a:t>System</a:t>
            </a:r>
            <a:r>
              <a:rPr lang="cs-CZ" noProof="0" dirty="0"/>
              <a:t> (US), </a:t>
            </a:r>
            <a:r>
              <a:rPr lang="cs-CZ" noProof="0" dirty="0" err="1"/>
              <a:t>Households</a:t>
            </a:r>
            <a:r>
              <a:rPr lang="cs-CZ" noProof="0" dirty="0"/>
              <a:t>; Net </a:t>
            </a:r>
            <a:r>
              <a:rPr lang="cs-CZ" noProof="0" dirty="0" err="1"/>
              <a:t>Worth</a:t>
            </a:r>
            <a:r>
              <a:rPr lang="cs-CZ" noProof="0" dirty="0"/>
              <a:t>, Level [BOGZ1FL192090005Q], </a:t>
            </a:r>
            <a:r>
              <a:rPr lang="cs-CZ" noProof="0" dirty="0" err="1"/>
              <a:t>retrieved</a:t>
            </a:r>
            <a:r>
              <a:rPr lang="cs-CZ" noProof="0" dirty="0"/>
              <a:t> </a:t>
            </a:r>
            <a:r>
              <a:rPr lang="cs-CZ" noProof="0" dirty="0" err="1"/>
              <a:t>from</a:t>
            </a:r>
            <a:r>
              <a:rPr lang="cs-CZ" noProof="0" dirty="0"/>
              <a:t> FRED, </a:t>
            </a:r>
            <a:r>
              <a:rPr lang="cs-CZ" noProof="0" dirty="0" err="1"/>
              <a:t>Federal</a:t>
            </a:r>
            <a:r>
              <a:rPr lang="cs-CZ" noProof="0" dirty="0"/>
              <a:t> </a:t>
            </a:r>
            <a:r>
              <a:rPr lang="cs-CZ" noProof="0" dirty="0" err="1"/>
              <a:t>Reserve</a:t>
            </a:r>
            <a:r>
              <a:rPr lang="cs-CZ" noProof="0" dirty="0"/>
              <a:t> Bank </a:t>
            </a:r>
            <a:r>
              <a:rPr lang="cs-CZ" noProof="0" dirty="0" err="1"/>
              <a:t>of</a:t>
            </a:r>
            <a:r>
              <a:rPr lang="cs-CZ" noProof="0" dirty="0"/>
              <a:t> St. Louis; </a:t>
            </a:r>
            <a:r>
              <a:rPr lang="cs-CZ" noProof="0" dirty="0">
                <a:hlinkClick r:id="rId5"/>
              </a:rPr>
              <a:t>https://fred.stlouisfed.org/series/BOGZ1FL192090005Q</a:t>
            </a:r>
            <a:r>
              <a:rPr lang="cs-CZ" noProof="0" dirty="0"/>
              <a:t> </a:t>
            </a:r>
          </a:p>
          <a:p>
            <a:r>
              <a:rPr lang="cs-CZ" noProof="0" dirty="0"/>
              <a:t>U.S. </a:t>
            </a:r>
            <a:r>
              <a:rPr lang="cs-CZ" noProof="0" dirty="0" err="1"/>
              <a:t>Bureau</a:t>
            </a:r>
            <a:r>
              <a:rPr lang="cs-CZ" noProof="0" dirty="0"/>
              <a:t> </a:t>
            </a:r>
            <a:r>
              <a:rPr lang="cs-CZ" noProof="0" dirty="0" err="1"/>
              <a:t>of</a:t>
            </a:r>
            <a:r>
              <a:rPr lang="cs-CZ" noProof="0" dirty="0"/>
              <a:t> </a:t>
            </a:r>
            <a:r>
              <a:rPr lang="cs-CZ" noProof="0" dirty="0" err="1"/>
              <a:t>Labor</a:t>
            </a:r>
            <a:r>
              <a:rPr lang="cs-CZ" noProof="0" dirty="0"/>
              <a:t> </a:t>
            </a:r>
            <a:r>
              <a:rPr lang="cs-CZ" noProof="0" dirty="0" err="1"/>
              <a:t>Statistics</a:t>
            </a:r>
            <a:r>
              <a:rPr lang="cs-CZ" noProof="0" dirty="0"/>
              <a:t>, </a:t>
            </a:r>
            <a:r>
              <a:rPr lang="cs-CZ" noProof="0" dirty="0" err="1"/>
              <a:t>Consumer</a:t>
            </a:r>
            <a:r>
              <a:rPr lang="cs-CZ" noProof="0" dirty="0"/>
              <a:t> </a:t>
            </a:r>
            <a:r>
              <a:rPr lang="cs-CZ" noProof="0" dirty="0" err="1"/>
              <a:t>Price</a:t>
            </a:r>
            <a:r>
              <a:rPr lang="cs-CZ" noProof="0" dirty="0"/>
              <a:t> Index </a:t>
            </a:r>
            <a:r>
              <a:rPr lang="cs-CZ" noProof="0" dirty="0" err="1"/>
              <a:t>for</a:t>
            </a:r>
            <a:r>
              <a:rPr lang="cs-CZ" noProof="0" dirty="0"/>
              <a:t> All Urban </a:t>
            </a:r>
            <a:r>
              <a:rPr lang="cs-CZ" noProof="0" dirty="0" err="1"/>
              <a:t>Consumers</a:t>
            </a:r>
            <a:r>
              <a:rPr lang="cs-CZ" noProof="0" dirty="0"/>
              <a:t>: All </a:t>
            </a:r>
            <a:r>
              <a:rPr lang="cs-CZ" noProof="0" dirty="0" err="1"/>
              <a:t>Items</a:t>
            </a:r>
            <a:r>
              <a:rPr lang="cs-CZ" noProof="0" dirty="0"/>
              <a:t> in U.S. City </a:t>
            </a:r>
            <a:r>
              <a:rPr lang="cs-CZ" noProof="0" dirty="0" err="1"/>
              <a:t>Average</a:t>
            </a:r>
            <a:r>
              <a:rPr lang="cs-CZ" noProof="0" dirty="0"/>
              <a:t> [CPIAUCSL], </a:t>
            </a:r>
            <a:r>
              <a:rPr lang="cs-CZ" noProof="0" dirty="0" err="1"/>
              <a:t>retrieved</a:t>
            </a:r>
            <a:r>
              <a:rPr lang="cs-CZ" noProof="0" dirty="0"/>
              <a:t> </a:t>
            </a:r>
            <a:r>
              <a:rPr lang="cs-CZ" noProof="0" dirty="0" err="1"/>
              <a:t>from</a:t>
            </a:r>
            <a:r>
              <a:rPr lang="cs-CZ" noProof="0" dirty="0"/>
              <a:t> FRED, </a:t>
            </a:r>
            <a:r>
              <a:rPr lang="cs-CZ" noProof="0" dirty="0" err="1"/>
              <a:t>Federal</a:t>
            </a:r>
            <a:r>
              <a:rPr lang="cs-CZ" noProof="0" dirty="0"/>
              <a:t> </a:t>
            </a:r>
            <a:r>
              <a:rPr lang="cs-CZ" noProof="0" dirty="0" err="1"/>
              <a:t>Reserve</a:t>
            </a:r>
            <a:r>
              <a:rPr lang="cs-CZ" noProof="0" dirty="0"/>
              <a:t> Bank </a:t>
            </a:r>
            <a:r>
              <a:rPr lang="cs-CZ" noProof="0" dirty="0" err="1"/>
              <a:t>of</a:t>
            </a:r>
            <a:r>
              <a:rPr lang="cs-CZ" noProof="0" dirty="0"/>
              <a:t> St. Louis; </a:t>
            </a:r>
            <a:r>
              <a:rPr lang="cs-CZ" noProof="0" dirty="0">
                <a:hlinkClick r:id="rId6"/>
              </a:rPr>
              <a:t>https://fred.stlouisfed.org/series/CPIAUCSL</a:t>
            </a:r>
            <a:r>
              <a:rPr lang="cs-CZ" noProof="0" dirty="0"/>
              <a:t> </a:t>
            </a:r>
          </a:p>
          <a:p>
            <a:endParaRPr lang="cs-CZ" noProof="0" dirty="0"/>
          </a:p>
          <a:p>
            <a:endParaRPr lang="cs-CZ" noProof="0" dirty="0"/>
          </a:p>
          <a:p>
            <a:endParaRPr lang="cs-CZ" noProof="0" dirty="0"/>
          </a:p>
        </p:txBody>
      </p:sp>
    </p:spTree>
    <p:extLst>
      <p:ext uri="{BB962C8B-B14F-4D97-AF65-F5344CB8AC3E}">
        <p14:creationId xmlns:p14="http://schemas.microsoft.com/office/powerpoint/2010/main" val="3381160855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2838</TotalTime>
  <Words>836</Words>
  <Application>Microsoft Office PowerPoint</Application>
  <PresentationFormat>Širokoúhlá obrazovka</PresentationFormat>
  <Paragraphs>92</Paragraphs>
  <Slides>13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Motiv Office</vt:lpstr>
      <vt:lpstr>Case-Schiller Home Price Index</vt:lpstr>
      <vt:lpstr>Popis cíle analýzy</vt:lpstr>
      <vt:lpstr>Case-Schiller Home Price Index</vt:lpstr>
      <vt:lpstr>Datové zdroje graf_1 (období 1890-2024)</vt:lpstr>
      <vt:lpstr>Transformace dat graf_1</vt:lpstr>
      <vt:lpstr>Prezentace aplikace PowerPoint</vt:lpstr>
      <vt:lpstr>Prezentace aplikace PowerPoint</vt:lpstr>
      <vt:lpstr>Komentář ke grafu_1</vt:lpstr>
      <vt:lpstr>Komentář ke grafu_1</vt:lpstr>
      <vt:lpstr>Prezentace aplikace PowerPoint</vt:lpstr>
      <vt:lpstr>Komentář ke grafu_2</vt:lpstr>
      <vt:lpstr>Závěr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Tomáš Smažík</dc:creator>
  <cp:lastModifiedBy>Tomáš Smažík</cp:lastModifiedBy>
  <cp:revision>11</cp:revision>
  <dcterms:created xsi:type="dcterms:W3CDTF">2025-11-19T09:14:13Z</dcterms:created>
  <dcterms:modified xsi:type="dcterms:W3CDTF">2025-11-22T21:44:32Z</dcterms:modified>
</cp:coreProperties>
</file>